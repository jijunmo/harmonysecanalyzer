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46304" cy="685800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6304" y="0"/>
            <a:ext cx="45720" cy="685800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97280"/>
            <a:ext cx="2011680" cy="64008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OPENCODE MULTI-AGENT  ·  AGENT DEFINITIONS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harmonySecAnalyzer v3.1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8BDF8"/>
                </a:solidFill>
                <a:latin typeface="Microsoft YaHei"/>
                <a:ea typeface="Microsoft YaHei"/>
              </a:rPr>
              <a:t>多智能体技术架构说明（Agent 详解版）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Microsoft YaHei"/>
                <a:ea typeface="Microsoft YaHei"/>
              </a:rPr>
              <a:t>依据 .opencode/agents/*.md 完整展开职责、输入输出、流程与约束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14800"/>
            <a:ext cx="2103120" cy="13716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4114800"/>
            <a:ext cx="2103120" cy="73152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434340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Microsoft YaHei"/>
                <a:ea typeface="Microsoft YaHei"/>
              </a:rPr>
              <a:t>harmony-auditor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93776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Primary 编排者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4114800"/>
            <a:ext cx="2103120" cy="13716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880360" y="4114800"/>
            <a:ext cx="2103120" cy="73152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0088" y="434340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</a:rPr>
              <a:t>attack-surface-mapper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493776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攻击面测绘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0" y="4114800"/>
            <a:ext cx="2103120" cy="13716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0" y="4114800"/>
            <a:ext cx="2103120" cy="73152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0368" y="434340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Microsoft YaHei"/>
                <a:ea typeface="Microsoft YaHei"/>
              </a:rPr>
              <a:t>path-finder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493776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路径发现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4114800"/>
            <a:ext cx="2103120" cy="13716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0920" y="4114800"/>
            <a:ext cx="2103120" cy="73152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0648" y="434340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Microsoft YaHei"/>
                <a:ea typeface="Microsoft YaHei"/>
              </a:rPr>
              <a:t>path-validator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93776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六门槛验证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0" y="4114800"/>
            <a:ext cx="2103120" cy="13716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01200" y="4114800"/>
            <a:ext cx="2103120" cy="73152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10928" y="434340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4D399"/>
                </a:solidFill>
                <a:latin typeface="Microsoft YaHei"/>
                <a:ea typeface="Microsoft YaHei"/>
              </a:rPr>
              <a:t>report-composer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10928" y="493776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分层报告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852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攻击者视角 · 状态机收敛 · 反证优先 · 路径 ≠ 漏洞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Agent 详解为主线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2/22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96012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051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0515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系统总览与 Agent 拓扑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96012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051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0515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harmony-auditor — 角色与权限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46304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5544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15544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harmony-auditor — 七步调度协议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46304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5544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5544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harmony-auditor — 防偷懒与约束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196596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0574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20574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attack-surface-mapper — 定位与 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96596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0574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0574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mapper — Atlas 九步流程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246888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560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25603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mapper — Web/JSBridge · Want · DataShare · IPC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46888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25603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25603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path-finder — 定位与流程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297180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063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30632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path-finder — 五项准入与 root_cause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97180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3063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30632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path-finder — 四类结论与落盘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347472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35661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35661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path-validator — 反证优先 triage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347472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80" y="35661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35661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path-validator — 六门槛与分类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5760" y="397764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40690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88720" y="40690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path-validator — 输出契约与 severity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397764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40690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40690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report-composer — 输入源与 findings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5760" y="448056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4572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8720" y="45720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report-composer — report.md 章节结构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17920" y="448056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55080" y="4572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45720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五 Agent 权限矩阵对比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760" y="498348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50749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17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88720" y="50749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数据流与协作时序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17920" y="498348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55080" y="50749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0880" y="50749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结论分层总览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65760" y="548640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577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88720" y="55778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仓库目录与扩展边界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17920" y="5486400"/>
            <a:ext cx="5669280" cy="43891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55080" y="5577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20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40880" y="55778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核心结论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01  系统总览与 Agent 拓扑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/audit → primary → workers；共享状态只由状态机写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3/22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1005840"/>
            <a:ext cx="2194560" cy="868680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D3EE"/>
                </a:solidFill>
                <a:latin typeface="Microsoft YaHei"/>
                <a:ea typeface="Microsoft YaHei"/>
              </a:rPr>
              <a:t>/audit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4173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Command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14600" y="1280160"/>
            <a:ext cx="137160" cy="201168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51760" y="1005840"/>
            <a:ext cx="2194560" cy="868680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1097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D3EE"/>
                </a:solidFill>
                <a:latin typeface="Microsoft YaHei"/>
                <a:ea typeface="Microsoft YaHei"/>
              </a:rPr>
              <a:t>harmony-auditor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14173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Primary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46320" y="1280160"/>
            <a:ext cx="137160" cy="201168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83480" y="1005840"/>
            <a:ext cx="2194560" cy="868680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1097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D3EE"/>
                </a:solidFill>
                <a:latin typeface="Microsoft YaHei"/>
                <a:ea typeface="Microsoft YaHei"/>
              </a:rPr>
              <a:t>状态机脚本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14173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Deterministic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78040" y="1280160"/>
            <a:ext cx="137160" cy="201168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0" y="1005840"/>
            <a:ext cx="2194560" cy="868680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1097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D3EE"/>
                </a:solidFill>
                <a:latin typeface="Microsoft YaHei"/>
                <a:ea typeface="Microsoft YaHei"/>
              </a:rPr>
              <a:t>4 Workers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14173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Subagents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509760" y="1280160"/>
            <a:ext cx="137160" cy="201168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46920" y="1005840"/>
            <a:ext cx="2194560" cy="868680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097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D3EE"/>
                </a:solidFill>
                <a:latin typeface="Microsoft YaHei"/>
                <a:ea typeface="Microsoft YaHei"/>
              </a:rPr>
              <a:t>Atlas MCP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14173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Code Facts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" y="2148840"/>
            <a:ext cx="2788920" cy="2743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" y="2148840"/>
            <a:ext cx="2788920" cy="73152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37744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Microsoft YaHei"/>
                <a:ea typeface="Microsoft YaHei"/>
              </a:rPr>
              <a:t>attack-surface-mapper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297180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per discovery unit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3832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输出：产 entry / seed / query 证据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0233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不做：不判漏洞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6120" y="2148840"/>
            <a:ext cx="2788920" cy="2743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46120" y="2148840"/>
            <a:ext cx="2788920" cy="73152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0" y="237744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Microsoft YaHei"/>
                <a:ea typeface="Microsoft YaHei"/>
              </a:rPr>
              <a:t>path-finder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297180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per work item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80" y="33832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输出：产 path 唯一结论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80" y="40233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不做：不定 severity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48840"/>
            <a:ext cx="2788920" cy="2743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172200" y="2148840"/>
            <a:ext cx="2788920" cy="73152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237744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Microsoft YaHei"/>
                <a:ea typeface="Microsoft YaHei"/>
              </a:rPr>
              <a:t>path-validator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297180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per candidate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33832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输出：六门槛 + 反证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0233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不做：不改 CAND 身份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98280" y="2148840"/>
            <a:ext cx="2788920" cy="2743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098280" y="2148840"/>
            <a:ext cx="2788920" cy="73152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5440" y="237744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4D399"/>
                </a:solidFill>
                <a:latin typeface="Microsoft YaHei"/>
                <a:ea typeface="Microsoft YaHei"/>
              </a:rPr>
              <a:t>report-composer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5440" y="297180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per closed run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3832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输出：findings + report.md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0233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不做：不创造事实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0040" y="5120640"/>
            <a:ext cx="11521440" cy="1005840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5257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Microsoft YaHei"/>
                <a:ea typeface="Microsoft YaHei"/>
              </a:rPr>
              <a:t>协作铁律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56235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Worker 只写 task envelope 给出的绝对 result_path  ·  共享 atlas/analysis/paths/validation 由状态机 complete 后独占写入  ·  Worker 之间禁止 task 互调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02  harmony-auditor — 角色与权限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mode: primary  ·  .opencode/agents/harmony-auditor.md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4/22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960120"/>
            <a:ext cx="11521440" cy="868680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960120"/>
            <a:ext cx="109728" cy="86868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69848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Microsoft YaHei"/>
                <a:ea typeface="Microsoft YaHei"/>
              </a:rPr>
              <a:t>PRIMARY ORCHESTRATOR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41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以攻击者视角驱动「攻击路径发现」流水线；状态机由脚本执行，自己只按协议推进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011680"/>
            <a:ext cx="3749039" cy="40233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" y="2011680"/>
            <a:ext cx="3749039" cy="54864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2148840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Microsoft YaHei"/>
                <a:ea typeface="Microsoft YaHei"/>
              </a:rPr>
              <a:t>职责（只做这些）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487168"/>
            <a:ext cx="347471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加载 project-modeling / audit-orchestration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new-run 创建独立 run_dir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调用 project profiler 建模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atlas_project open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enqueue-discovery 任务化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next 领取 task envelope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按 kind 派发 4 类 worker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complete / retry 推进状态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validate-ready → composer → finalize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todowrite 跟踪进度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2011680"/>
            <a:ext cx="3749039" cy="40233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51960" y="2011680"/>
            <a:ext cx="3749039" cy="54864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6552" y="2148840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Microsoft YaHei"/>
                <a:ea typeface="Microsoft YaHei"/>
              </a:rPr>
              <a:t>明确不做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2" y="2487168"/>
            <a:ext cx="347471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不解析 Manifest / 不扫源码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不手写 queue/session/中间文件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不自行判断漏洞与 severity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不复制 Skill 内脚本调用细节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不直接分析代码（下放 worker+Atlas）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不构造或复用历史 run 目录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不绕过 next/retry 重派 failed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不把「是否继续」交回用户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NAPI 本轮不实现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edit 权限禁用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79" y="2011680"/>
            <a:ext cx="3657600" cy="40233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83879" y="2011680"/>
            <a:ext cx="3657600" cy="54864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1" y="21488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</a:rPr>
              <a:t>permission 要点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8471" y="2487168"/>
            <a:ext cx="338328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task: 仅 4 个 worker allow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task *: deny（默认拒绝）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bash *: deny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bash *audit_orchestrator* allow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bash *project_profiler* allow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atlas_project allow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skill / read / grep / glob allow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todowrite allow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edit deny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目标仓只读；.atlas/ 可接受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03  harmony-auditor — 七步调度协议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完整 task envelope 必须下传（尤其 result_path / attempt）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5/22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96012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960120"/>
            <a:ext cx="640080" cy="658368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1247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80E1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06984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初始化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05156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new-run(reports, target_repo, scope)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只用返回的绝对 run_dir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169164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0040" y="1691640"/>
            <a:ext cx="640080" cy="658368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85623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80E1A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180136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项目建模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178308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project-modeling skill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ok=true 且 model status=complete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242316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0040" y="2423160"/>
            <a:ext cx="640080" cy="658368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5877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80E1A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253288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激活 Atlas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251460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atlas_project open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project_path=target_repo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" y="315468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0040" y="3154680"/>
            <a:ext cx="640080" cy="658368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3192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80E1A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26440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任务化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324612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enqueue-discovery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一 unit 一 discovery task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388620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" y="3886200"/>
            <a:ext cx="640080" cy="658368"/>
          </a:xfrm>
          <a:prstGeom prst="roundRect">
            <a:avLst>
              <a:gd name="adj" fmla="val 0"/>
            </a:avLst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05079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80E1A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399592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5 槽任务池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97764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next 直到 full/no_queued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派发 → complete → 再 next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" y="461772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0040" y="4617720"/>
            <a:ext cx="640080" cy="658368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47823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80E1A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472744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最终准入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70916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validate-ready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must ready=true 才能报告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" y="534924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0040" y="5349240"/>
            <a:ext cx="640080" cy="658368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551383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80E1A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545896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报告终态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544068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report-composer → finalize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ok+completed 才告知用户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04  harmony-auditor — 任务池细节与防偷懒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OpenCode TaskTool 同步批处理；异步单任务补位未实现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6/22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1005840"/>
            <a:ext cx="5760720" cy="5029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1005840"/>
            <a:ext cx="5760720" cy="54864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11430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Microsoft YaHei"/>
                <a:ea typeface="Microsoft YaHei"/>
              </a:rPr>
              <a:t>5 槽流式任务池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1481328"/>
            <a:ext cx="54864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连续 next 直到 worker_pool_full 或 no_queued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最多 5 个 running task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kind=attack_surface_discovery → mapper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传 unit_id / target_repo / result_path / attempt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kind=path_finding → path-finder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传 work_item_id / entry_id / seed_id / pattern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kind=path_validation → path-validator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传 candidate_id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本批返回后立即对每个 task 执行 complete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retry_scheduled=true → 自动重入队，继续 next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默认第 3 次失败才终态 failed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complete(discovery) → 重建 entry/seed → 增量矩阵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complete(path) → 根因去重 → CAND-xxx → enqueue val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直到 no_queued 且无 running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00584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005840"/>
            <a:ext cx="5577840" cy="54864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1430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Microsoft YaHei"/>
                <a:ea typeface="Microsoft YaHei"/>
              </a:rPr>
              <a:t>防偷懒约束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1481328"/>
            <a:ext cx="53035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一 unit 一 mapper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一 work item 一 path-finder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一根因 candidate 一 validator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Manifest trigger alias 不得重复派发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禁止「其余类似 / 抽样 / 略过」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每 task 必须完成并 complete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队列未闭合继续调度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不把「是否继续」交回用户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失败重试只经状态机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禁止绕过 next/retry 直接重派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bash 仅 skill 封装脚本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validate-ready 才算报告前闭合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planned/queued/running/failed/unresolved 必须继续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atlas_gap / routing gap 可 partial 报告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05  attack-surface-mapper — 定位与 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mode: subagent  ·  per Manifest discovery unit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7/22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960120"/>
            <a:ext cx="11521440" cy="822960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960120"/>
            <a:ext cx="109728" cy="82296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69848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Microsoft YaHei"/>
                <a:ea typeface="Microsoft YaHei"/>
              </a:rPr>
              <a:t>ATTACK SURFACE MAPPER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41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不判漏洞、不做利用性结论、不分级；只产当前 unit 的攻击面事实与 Atlas 证据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1965960"/>
            <a:ext cx="3794760" cy="4069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" y="1965960"/>
            <a:ext cx="3794760" cy="54864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210312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</a:rPr>
              <a:t>输入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441448"/>
            <a:ext cx="3520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task_id / run_dir / result_path / attempt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unit_id（精确匹配 plan 中 unit）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target_repo（Atlas 已 open）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project/project_model.json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atlas/discovery_plan.json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先校验 model/plan schema + status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unit 不存在 → 停止返回错误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禁止处理其他 unit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禁止逐文件 read/glob/grep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965960"/>
            <a:ext cx="3794760" cy="4069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7680" y="1965960"/>
            <a:ext cx="3794760" cy="54864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10312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4D399"/>
                </a:solidFill>
                <a:latin typeface="Microsoft YaHei"/>
                <a:ea typeface="Microsoft YaHei"/>
              </a:rPr>
              <a:t>输出（仅 result_path）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2441448"/>
            <a:ext cx="3520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status: completed|excluded|atlas_gap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resolved_symbols[]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atlas_query_ids[] / gaps[]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entry_list[]（执行入口）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excluded_candidates[]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coverage_gaps[]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danger_seed_list[]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query_evidence[]（工具/输入/query_id）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不写共享 entry_list / seed_list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不自分配全局 entry_id / seed_id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20" y="19659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75320" y="1965960"/>
            <a:ext cx="3566160" cy="54864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912" y="210312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Microsoft YaHei"/>
                <a:ea typeface="Microsoft YaHei"/>
              </a:rPr>
              <a:t>候选去向铁律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9912" y="2441448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每个 project candidate 必须且只能进入：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entry_list  或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excluded_candidates  或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coverage_gaps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unresolved 终态必须为空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可继续查 → 继续分析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穷尽 Atlas → atlas_gap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同 component+function 合并别名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用 project_candidate_ids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+ trigger_variants 保留触发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写后回读 JSON 再返回概要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06  mapper — Atlas 驱动九步流程（1–5）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有界扩展：默认 1 hop，边界节点再扩，最大深度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8/22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8600" y="1005840"/>
            <a:ext cx="2286000" cy="5029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28600" y="1005840"/>
            <a:ext cx="2286000" cy="73152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123444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</a:rPr>
              <a:t>① 定位入口符号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965960"/>
            <a:ext cx="2057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atlas_search(query, scope=unit.scope, limit≤20)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优先 source_file_hint / kind / line 消歧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atlas_symbol 精确定位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无结果可缩短 query 或改 component 名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不得扩大到无界全仓扫描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1005840"/>
            <a:ext cx="2286000" cy="5029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06040" y="1005840"/>
            <a:ext cx="2286000" cy="73152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15768" y="123444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</a:rPr>
              <a:t>② 获取语义上下文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1965960"/>
            <a:ext cx="2057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atlas_symbol(view=context, includeCode)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或 atlas_explore(source_mode=full)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只从定义源码 / imports / relations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/ callsite evidence 识别能力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includeFilePeers=false 控噪声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1005840"/>
            <a:ext cx="2286000" cy="5029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83480" y="1005840"/>
            <a:ext cx="2286000" cy="73152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93208" y="123444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</a:rPr>
              <a:t>③ 有界扩展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3208" y="1965960"/>
            <a:ext cx="2057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atlas_calls(outgoing) 从入口扩展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默认 1 hop；Router/Controller/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Service/Bridge 边界再继续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最大深度 3；命中节点 explore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file_dependencies(structural) 补 import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005840"/>
            <a:ext cx="2286000" cy="5029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0920" y="1005840"/>
            <a:ext cx="2286000" cy="73152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70648" y="123444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</a:rPr>
              <a:t>④ Web/JSBridge 发现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0648" y="1965960"/>
            <a:ext cx="2057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识别 Web / loadUrl / javaScriptProxy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Web 不是独立外部入口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继承 Manifest 入口 reachability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导航 URL → terminal web_navigation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proxy 注册 → intermediate jsbridge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38360" y="1005840"/>
            <a:ext cx="2286000" cy="5029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8360" y="1005840"/>
            <a:ext cx="2286000" cy="73152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48088" y="123444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</a:rPr>
              <a:t>⑤ 危险能力种子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48088" y="1965960"/>
            <a:ext cx="2057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fs/sql/command/network/ability_data…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必须有 Atlas 确认的项目符号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无法绑定符号 → coverage gap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terminal / intermediate / unknown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尽量填 sink_parameter + tags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07  mapper — 领域发现细则（Want / DataShare / IPC）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步骤 ⑥⑦⑧ + 结束 unit；领域 seed 规则决定后续矩阵质量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9/22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1005840"/>
            <a:ext cx="3840480" cy="5029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3840480" cy="54864"/>
          </a:xfrm>
          <a:prstGeom prst="roundRect">
            <a:avLst>
              <a:gd name="adj" fmla="val 0"/>
            </a:avLst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1143000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Microsoft YaHei"/>
                <a:ea typeface="Microsoft YaHei"/>
              </a:rPr>
              <a:t>⑥ Want 转发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481328"/>
            <a:ext cx="35661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识别 startAbility / ForResult / ByCall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仅实际发起组件调度 → terminal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Want 构造/赋值/保存 → intermediate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外部 want/uri/parameters 控制目标时：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category=ability_data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sink_parameter=want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tags=[icc, want, want_redirect]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记录 controlled_properties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可解析时填 target_component_hint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固定映射重建 → 不得伪造控制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是否私有组件/permission/allowlist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→ 交给 path-validator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005840"/>
            <a:ext cx="3840480" cy="5029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51960" y="1005840"/>
            <a:ext cx="3840480" cy="54864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1143000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Microsoft YaHei"/>
                <a:ea typeface="Microsoft YaHei"/>
              </a:rPr>
              <a:t>⑦ DataShare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1481328"/>
            <a:ext cx="35661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query/insert/update/delete/openFile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lifecycle = entry/boundary，非自动 sink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查询链：caller URI/predicates 到达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真实 DB 查询才 terminal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tags=[provider, datashare, …_query]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文件链：URI/path/mode 到达 fs.open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等才 terminal（…_file）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URI 解析/path 拼接 → intermediate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Manifest permission / URI matcher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/ owner check 只记 guard evidence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mapper 阶段不判漏洞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仅 query() 回调无 DB → 不臆造 SQL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005840"/>
            <a:ext cx="3611880" cy="5029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0" y="1005840"/>
            <a:ext cx="3611880" cy="54864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114300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Microsoft YaHei"/>
                <a:ea typeface="Microsoft YaHei"/>
              </a:rPr>
              <a:t>⑧ IPC/RPC 服务端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481328"/>
            <a:ext cx="33375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仅 analysis_kinds 含 ipc_server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onRemoteMessageRequest / RemoteObject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必须经 onConnect 发布才是 entry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type=ipc_stub_transaction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每 transaction code 独立 entry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identity = stub+descriptor+code+pub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token/descriptor ≠ caller 授权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下游敏感操作 → terminal seed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tags: ipc / ipc_message /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ipc_identity_delegation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caller guard 记顺序与保护对象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⑨ 结束：唯一终态 + 回读校验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08  path-finder — 定位与主流程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mode: subagent  ·  per attack-matrix work 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10/22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960120"/>
            <a:ext cx="11521440" cy="822960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960120"/>
            <a:ext cx="109728" cy="82296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69848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Microsoft YaHei"/>
                <a:ea typeface="Microsoft YaHei"/>
              </a:rPr>
              <a:t>PATH FINDER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41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只回答：入口→危险能力是否存在「值得验证」的可达路径；不升级为漏洞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1965960"/>
            <a:ext cx="3794760" cy="4069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" y="1965960"/>
            <a:ext cx="3794760" cy="54864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210312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Microsoft YaHei"/>
                <a:ea typeface="Microsoft YaHei"/>
              </a:rPr>
              <a:t>输入（全部必填）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441448"/>
            <a:ext cx="3520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task_id / run_dir / result_path / attempt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work_item_id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capability_id（注册表稳定身份）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entry_id / seed_id / pattern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读 attack_matrix.json 交叉核对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读 entry_list.json 指定 entry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读 danger_seeds.json 指定 sink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禁止读/分析其他 seed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加载 attack-patterns 指定 pattern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不得自行替换 capability_id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965960"/>
            <a:ext cx="3794760" cy="4069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7680" y="1965960"/>
            <a:ext cx="3794760" cy="54864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10312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</a:rPr>
              <a:t>Atlas 路径验证步骤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2441448"/>
            <a:ext cx="3520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atlas_path(from=entry, to=seed)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confidence 高即确认直连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不直达：calls outgoing BFS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或 calls incoming 反向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atlas_symbol 确认 file:loc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atlas_trace(variable) 描 taint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按模式卡标注 stage：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entrypoint / control / guard / sink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记录 observed_guards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但不判定最终可绕过性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20" y="19659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75320" y="1965960"/>
            <a:ext cx="3566160" cy="54864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912" y="210312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Microsoft YaHei"/>
                <a:ea typeface="Microsoft YaHei"/>
              </a:rPr>
              <a:t>明确不做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9912" y="2441448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不判 impact / PoC / severity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不定 confirmed vulnerability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不因「外部可达+敏感 API」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直接定漏洞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不新增/删除/替换模式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（矩阵已路由）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不分析其他 work item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不调用其他 subagent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只写 result_path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Schema: path-result.schema.json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09  path-finder — 五项准入 + root_cause 六元组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candidate 必须五项全 true；状态机再机器校验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11/22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1005840"/>
            <a:ext cx="6858000" cy="5669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1005840"/>
            <a:ext cx="91440" cy="566928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05156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Microsoft YaHei"/>
                <a:ea typeface="Microsoft YaHei"/>
              </a:rPr>
              <a:t>A1 external_entry_reachable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9844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至少一个 trigger variant 确认外部可达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1645920"/>
            <a:ext cx="6858000" cy="5669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" y="1645920"/>
            <a:ext cx="91440" cy="566928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6916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Microsoft YaHei"/>
                <a:ea typeface="Microsoft YaHei"/>
              </a:rPr>
              <a:t>A2 seed_reachable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385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entry→seed 正向可达；非 reverse/共现/UI 猜测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2286000"/>
            <a:ext cx="6858000" cy="5669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" y="2286000"/>
            <a:ext cx="91440" cy="566928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33172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Microsoft YaHei"/>
                <a:ea typeface="Microsoft YaHei"/>
              </a:rPr>
              <a:t>A3 attacker_influence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57860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外部输入控制 sink 安全敏感属性，或直接选择固定敏感操作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2926080"/>
            <a:ext cx="6858000" cy="5669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0040" y="2926080"/>
            <a:ext cx="91440" cy="566928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97180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Microsoft YaHei"/>
                <a:ea typeface="Microsoft YaHei"/>
              </a:rPr>
              <a:t>A4 end_to_end_sink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186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到达产生安全影响的终态；中间节点且有下游 sink → false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3566160"/>
            <a:ext cx="6858000" cy="5669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0040" y="3566160"/>
            <a:ext cx="91440" cy="566928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61188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Microsoft YaHei"/>
                <a:ea typeface="Microsoft YaHei"/>
              </a:rPr>
              <a:t>A5 attacker_control_preserved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5876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控制链未被独立用户输入/固定默认/内部重赋值切断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60920" y="1005840"/>
            <a:ext cx="4480560" cy="5029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11430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icrosoft YaHei"/>
                <a:ea typeface="Microsoft YaHei"/>
              </a:rPr>
              <a:t>root_cause 六元组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150876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描述最早不安全转换/错误分发/缺 guard 的业务位置，不是终态 sink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28600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boundary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251460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被突破的安全边界类型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283464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mechanism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06324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缺失/绕过/错误 guard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800" y="33832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file + symbol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3800" y="36118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根因业务函数，非 readFile wrapper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800" y="393192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branch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800" y="416052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selector=value 或 flow=*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448056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controlled_property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43800" y="470916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进入不安全转换的可控属性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3800" y="502920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location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3800" y="525780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行号等定位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10  path-finder — 四类结论、IPC 特判与落盘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必须且只能给一个结论，禁止跳过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12/22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1005840"/>
            <a:ext cx="2788920" cy="15544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1005840"/>
            <a:ext cx="2788920" cy="73152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344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Microsoft YaHei"/>
                <a:ea typeface="Microsoft YaHei"/>
              </a:rPr>
              <a:t>candidate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45920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五项 admission 全 true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→ 进入 path-validator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005840"/>
            <a:ext cx="2788920" cy="15544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46120" y="1005840"/>
            <a:ext cx="2788920" cy="73152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2344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87171"/>
                </a:solidFill>
                <a:latin typeface="Microsoft YaHei"/>
                <a:ea typeface="Microsoft YaHei"/>
              </a:rPr>
              <a:t>rejected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645920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可证明不可能触达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或模式完全不匹配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005840"/>
            <a:ext cx="2788920" cy="15544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1005840"/>
            <a:ext cx="2788920" cy="73152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2344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Microsoft YaHei"/>
                <a:ea typeface="Microsoft YaHei"/>
              </a:rPr>
              <a:t>no_path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645920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Atlas 明确未找到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可达路径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1005840"/>
            <a:ext cx="2788920" cy="15544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98280" y="1005840"/>
            <a:ext cx="2788920" cy="73152"/>
          </a:xfrm>
          <a:prstGeom prst="roundRect">
            <a:avLst>
              <a:gd name="adj" fmla="val 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2344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</a:rPr>
              <a:t>analysis_gap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645920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partial/能力边界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无法确认或排除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2788920"/>
            <a:ext cx="5760720" cy="32461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0040" y="2788920"/>
            <a:ext cx="5760720" cy="54864"/>
          </a:xfrm>
          <a:prstGeom prst="roundRect">
            <a:avLst>
              <a:gd name="adj" fmla="val 0"/>
            </a:avLst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292608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Microsoft YaHei"/>
                <a:ea typeface="Microsoft YaHei"/>
              </a:rPr>
              <a:t>IPC/RPC path stage 特判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" y="3264408"/>
            <a:ext cx="5486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stage 角色：publication / entrypoint / caller_identity /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message_read / guard / identity_transition / sink / impact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ipc-unauthorized-transaction：publication→code 分支→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当前分支授权→受保护 sink；其他 code 的 guard 不算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ipc-untrusted-message：必须定位具体 MessageSequence.read*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并 variable-trace 到 sink 参数；仅共现 → gap/rejected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ipc-confused-deputy：外部 tx→可控目标→身份切换→特权操作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influence_mode=operation；固定目标/无提权 → rejected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2788920"/>
            <a:ext cx="5577840" cy="32461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63640" y="2788920"/>
            <a:ext cx="5577840" cy="54864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292608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</a:rPr>
              <a:t>落盘契约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28232" y="3264408"/>
            <a:ext cx="5303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写 tasks/&lt;task_id&gt;.result.json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conclusions[] 仅一条（本 work item）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含 classification / pattern / root_cause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admission 五项 + influence_mode + evidence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path[] stage 标注节点链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taint_flow / observed_guards / atlas_evidence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顶层 task_id/work_item_id 与 seed/pattern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必须与任务完全一致否则拒收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写后回读，校验通过才返回概要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禁止先返回概要再落盘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11  path-validator — 定位与反证优先 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mode: subagent  ·  per candidate  ·  验证的是漏洞不是攻击面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13/22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960120"/>
            <a:ext cx="11521440" cy="822960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960120"/>
            <a:ext cx="109728" cy="822960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69848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Microsoft YaHei"/>
                <a:ea typeface="Microsoft YaHei"/>
              </a:rPr>
              <a:t>PATH 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41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外部可达 / 敏感 API / 调用路径 ≠ 漏洞；突破有效防护与安全边界并造成具体影响才确认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1965960"/>
            <a:ext cx="3794760" cy="4069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" y="1965960"/>
            <a:ext cx="3794760" cy="54864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210312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Microsoft YaHei"/>
                <a:ea typeface="Microsoft YaHei"/>
              </a:rPr>
              <a:t>输入与准备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441448"/>
            <a:ext cx="3520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task_id / run_dir / result_path / attempt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candidate_id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读 paths/candidates.jsonl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→ root_cause / seed_ids / path_variants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读 entry_list trigger_variants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同一根因多 seed 只验证一次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多 entry/Manifest 作为变体评估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加载 attack-patterns 全部 pattern_ids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综合：正常业务 / 成立条件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/ 有效 guard / 降级 / 反证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965960"/>
            <a:ext cx="3794760" cy="4069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7680" y="1965960"/>
            <a:ext cx="3794760" cy="54864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10312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Microsoft YaHei"/>
                <a:ea typeface="Microsoft YaHei"/>
              </a:rPr>
              <a:t>反证优先检查清单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2441448"/>
            <a:ext cx="3520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是否明确设计的公开业务入口？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输入是否只选公开对象/正常路由？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是否存在认证/权限/签名/token？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来源/域名/路径/组件/参数白名单？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guard 是否在 source→sink 之间？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是否支配危险调用路径？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是否校验真正进入 sink 的属性？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sink 是否用了可控值危险部分？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还是常量/枚举/ID/安全包装？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impact 是否超过正常业务授权？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20" y="19659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75320" y="1965960"/>
            <a:ext cx="3566160" cy="54864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912" y="210312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Microsoft YaHei"/>
                <a:ea typeface="Microsoft YaHei"/>
              </a:rPr>
              <a:t>IPC 额外反证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9912" y="2441448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token/descriptor ≠ caller 授权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TokenId/UID/permission/签名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是否在当前 code 敏感操作前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message 类型/长度/范围/所有权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是否覆盖真实 sink 属性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identity transition 前是否完成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caller/permission/对象授权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切换后检查若读服务身份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不能替代调用方授权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finally restore ≠ 此前已授权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公开只读有界 tx → 正常业务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12  path-validator — 六门槛（逐项给证据）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evidence = atlas query_id / project model ID / 代码位置 / 明确反证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14/22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1005840"/>
            <a:ext cx="3794760" cy="2377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640080" cy="237744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9202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80E1A"/>
                </a:solidFill>
                <a:latin typeface="Microsoft YaHei"/>
                <a:ea typeface="Microsoft YaHei"/>
              </a:rPr>
              <a:t>G1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2344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externally_reachable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83080"/>
            <a:ext cx="2788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读 project_model 的 component/entry candidate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exported / skills / permission / uri / action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必要时再读入口代码，不重解析 manifest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005840"/>
            <a:ext cx="3794760" cy="2377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06240" y="1005840"/>
            <a:ext cx="640080" cy="237744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0" y="19202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80E1A"/>
                </a:solidFill>
                <a:latin typeface="Microsoft YaHei"/>
                <a:ea typeface="Microsoft YaHei"/>
              </a:rPr>
              <a:t>G2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2344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attacker_controlled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783080"/>
            <a:ext cx="2788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atlas_trace(variable, file, line, column)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column 用 symbol name_range.start_column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no_data_node 时修正 column 重试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005840"/>
            <a:ext cx="3794760" cy="2377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38160" y="1005840"/>
            <a:ext cx="640080" cy="237744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9202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80E1A"/>
                </a:solidFill>
                <a:latin typeface="Microsoft YaHei"/>
                <a:ea typeface="Microsoft YaHei"/>
              </a:rPr>
              <a:t>G3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12344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sink_reached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1783080"/>
            <a:ext cx="2788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path / calls / trace 证明可控值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到达敏感 sink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说明进入哪个参数/字段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566160"/>
            <a:ext cx="3794760" cy="2377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74320" y="3566160"/>
            <a:ext cx="640080" cy="2377440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44805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80E1A"/>
                </a:solidFill>
                <a:latin typeface="Microsoft YaHei"/>
                <a:ea typeface="Microsoft YaHei"/>
              </a:rPr>
              <a:t>G4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79476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guard_bypassed_or_absent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343400"/>
            <a:ext cx="2788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结构化列出 guard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缺失 / 无关 / sink 后 / 未校验危险属性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或有明确绕过 → true；有效必须降级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6240" y="3566160"/>
            <a:ext cx="3794760" cy="2377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06240" y="3566160"/>
            <a:ext cx="640080" cy="2377440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44805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80E1A"/>
                </a:solidFill>
                <a:latin typeface="Microsoft YaHei"/>
                <a:ea typeface="Microsoft YaHei"/>
              </a:rPr>
              <a:t>G5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379476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boundary_violated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343400"/>
            <a:ext cx="2788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身份/权限/来源/域名/路径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组件/数据所有权/业务授权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正常公开业务不得算越界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160" y="3566160"/>
            <a:ext cx="3794760" cy="2377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138160" y="3566160"/>
            <a:ext cx="640080" cy="2377440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44805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80E1A"/>
                </a:solidFill>
                <a:latin typeface="Microsoft YaHei"/>
                <a:ea typeface="Microsoft YaHei"/>
              </a:rPr>
              <a:t>G6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379476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concrete_impact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4343400"/>
            <a:ext cx="2788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具体安全影响，非「可调敏感函数」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atlas_impact 可辅助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不能替代语义判断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13  path-validator — 分类、输出契约与 severity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Schema: validation-result.schema.json  ·  分类字段不得留给报告补写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15/22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960120"/>
            <a:ext cx="6949440" cy="5669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960120"/>
            <a:ext cx="91440" cy="566928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005840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7171"/>
                </a:solidFill>
                <a:latin typeface="Microsoft YaHei"/>
                <a:ea typeface="Microsoft YaHei"/>
              </a:rPr>
              <a:t>confirmed_vulnerability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52728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六门槛全 true 且无有效反证；唯一可构造 PoC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1600200"/>
            <a:ext cx="6949440" cy="5669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" y="1600200"/>
            <a:ext cx="91440" cy="566928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645920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4D399"/>
                </a:solidFill>
                <a:latin typeface="Microsoft YaHei"/>
                <a:ea typeface="Microsoft YaHei"/>
              </a:rPr>
              <a:t>protected_exposure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892808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外部可达+敏感能力，但有效 guard 约束到安全范围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2240280"/>
            <a:ext cx="6949440" cy="5669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" y="2240280"/>
            <a:ext cx="91440" cy="566928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286000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Microsoft YaHei"/>
                <a:ea typeface="Microsoft YaHei"/>
              </a:rPr>
              <a:t>benign_business_flow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532888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预期公开业务，未越过安全边界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2880360"/>
            <a:ext cx="6949440" cy="5669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0040" y="2880360"/>
            <a:ext cx="91440" cy="566928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926080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Microsoft YaHei"/>
                <a:ea typeface="Microsoft YaHei"/>
              </a:rPr>
              <a:t>residual_risk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172968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可疑路径或弱 guard，缺关键成立证据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3520440"/>
            <a:ext cx="6949440" cy="5669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0040" y="3520440"/>
            <a:ext cx="91440" cy="566928"/>
          </a:xfrm>
          <a:prstGeom prst="roundRect">
            <a:avLst>
              <a:gd name="adj" fmla="val 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566160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Microsoft YaHei"/>
                <a:ea typeface="Microsoft YaHei"/>
              </a:rPr>
              <a:t>insufficient_evidence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13048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证据不足，不能臆造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960120"/>
            <a:ext cx="4389120" cy="50749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52360" y="960120"/>
            <a:ext cx="4389120" cy="54864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16952" y="109728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Microsoft YaHei"/>
                <a:ea typeface="Microsoft YaHei"/>
              </a:rPr>
              <a:t>落盘关键字段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2" y="1435608"/>
            <a:ext cx="4114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classification + exploitability×6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business_intent（公开 API/目的/允许控制）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security_boundary（type/expected/violation）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guards[]（type/location/protects/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applies_before_sink/effectiveness/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bypass_analysis）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counter_evidence[]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impact / severity / cwe / poc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atlas_evidence query_ids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非 confirmed 必填 demotion_reason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residual/insufficient 填 evidence_gap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severity 仅 confirmed 由 impact 定：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  critical &gt; high &gt; medium &gt; low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RCE/提权/任意文件 → critical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沙箱泄露/权限滥用 → high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写后回读再返回概要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14  report-composer — 输入源与 findings.json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mode: subagent  ·  atlas_* deny  ·  不创造事实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16/22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960120"/>
            <a:ext cx="11521440" cy="777240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960120"/>
            <a:ext cx="109728" cy="777240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69848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4D399"/>
                </a:solidFill>
                <a:latin typeface="Microsoft YaHei"/>
                <a:ea typeface="Microsoft YaHei"/>
              </a:rPr>
              <a:t>REPORT COMPOSER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441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主报告只呈现已确认漏洞；攻击面/受保护/正常业务/证据不足必须分层，不得把 exposure 夸大为 vulnerability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1920240"/>
            <a:ext cx="5760720" cy="41148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" y="1920240"/>
            <a:ext cx="5760720" cy="54864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20574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4D399"/>
                </a:solidFill>
                <a:latin typeface="Microsoft YaHei"/>
                <a:ea typeface="Microsoft YaHei"/>
              </a:rPr>
              <a:t>读取的 run 目录文件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395728"/>
            <a:ext cx="54864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validation/confirmed.jsonl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validation/protected_exposure.jsonl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validation/residual.jsonl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validation/benign_business_flow.jsonl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validation/insufficient_evidence.jsonl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paths/{candidates,rejected,no_path,analysis_gaps}.jsonl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atlas/entry_list.json + analysis/danger_seeds.json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analysis/attack_matrix.json（含 routing gaps）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project/project_model.json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atlas/discovery_plan.json + query_evidence.jsonl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session.json（run 元数据 + stats）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920240"/>
            <a:ext cx="5577840" cy="41148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1920240"/>
            <a:ext cx="5577840" cy="54864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0574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Microsoft YaHei"/>
                <a:ea typeface="Microsoft YaHei"/>
              </a:rPr>
              <a:t>findings.json 结构与规则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2395728"/>
            <a:ext cx="530352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confirmed_vulnerabilities[]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protected_exposures[]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residual_risks[]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benign_business_flows[]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insufficient_evidence[]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isolated_findings[] ← 仅终态 routing_gaps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summary + by_severity 计数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每行必须保留 task_id + candidate_id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finalize 会校验 finding→candidate→task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禁止改写/省略身份字段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同一 root-cause 不按 entry 拆多条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用 trigger_variants 列全部触发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excluded_intermediate 不得作孤立风险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routing/analysis gap ≠ 无风险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15  report-composer — report.md 章节结构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严格按落盘数据生成，不夸大不臆造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17/22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960120"/>
            <a:ext cx="11521440" cy="5029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960120"/>
            <a:ext cx="91440" cy="50292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0058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## 概要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03327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confirmed 数、分层计数、severity/sink category、coverage_status、unit/entry/matrix 覆盖率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1527048"/>
            <a:ext cx="11521440" cy="5029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" y="1527048"/>
            <a:ext cx="91440" cy="502920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5727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7171"/>
                </a:solidFill>
                <a:latin typeface="Microsoft YaHei"/>
                <a:ea typeface="Microsoft YaHei"/>
              </a:rPr>
              <a:t>## 已确认漏洞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6002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仅 confirmed；按 severity 降序；根因/触发变体/sink/路径/taint/六门槛/guard/boundary/PoC/impact/atlas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2093976"/>
            <a:ext cx="11521440" cy="5029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" y="2093976"/>
            <a:ext cx="91440" cy="502920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13969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4D399"/>
                </a:solidFill>
                <a:latin typeface="Microsoft YaHei"/>
                <a:ea typeface="Microsoft YaHei"/>
              </a:rPr>
              <a:t>## 受保护暴露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16712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protected_exposure；说明暴露面 + 有效 guard 为何阻断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2660904"/>
            <a:ext cx="11521440" cy="5029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0040" y="2660904"/>
            <a:ext cx="91440" cy="502920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Microsoft YaHei"/>
                <a:ea typeface="Microsoft YaHei"/>
              </a:rPr>
              <a:t>## 残余风险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73405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residual_risk；缺失证据或弱防护点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3227832"/>
            <a:ext cx="11521440" cy="5029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0040" y="3227832"/>
            <a:ext cx="91440" cy="502920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27355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Microsoft YaHei"/>
                <a:ea typeface="Microsoft YaHei"/>
              </a:rPr>
              <a:t>## 正常业务流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3300984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benign；业务意图 + 为何未越界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3794760"/>
            <a:ext cx="11521440" cy="5029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" y="3794760"/>
            <a:ext cx="91440" cy="502920"/>
          </a:xfrm>
          <a:prstGeom prst="roundRect">
            <a:avLst>
              <a:gd name="adj" fmla="val 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8404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Microsoft YaHei"/>
                <a:ea typeface="Microsoft YaHei"/>
              </a:rPr>
              <a:t>## 证据不足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386791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insufficient；需补充的 trace/代码证据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" y="4361688"/>
            <a:ext cx="11521440" cy="5029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20040" y="4361688"/>
            <a:ext cx="91440" cy="50292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40740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Microsoft YaHei"/>
                <a:ea typeface="Microsoft YaHei"/>
              </a:rPr>
              <a:t>## 附录 A 孤立危险能力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44348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无兼容路由的终态 seed；不得称漏洞；中间节点不列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" y="4928616"/>
            <a:ext cx="11521440" cy="5029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20040" y="4928616"/>
            <a:ext cx="91440" cy="502920"/>
          </a:xfrm>
          <a:prstGeom prst="roundRect">
            <a:avLst>
              <a:gd name="adj" fmla="val 0"/>
            </a:avLst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97433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Microsoft YaHei"/>
                <a:ea typeface="Microsoft YaHei"/>
              </a:rPr>
              <a:t>## 附录 B 项目与攻击面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0" y="500176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module/component/candidate/entry/seed + model/plan 状态 + 覆盖率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0040" y="5495544"/>
            <a:ext cx="11521440" cy="5029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20040" y="5495544"/>
            <a:ext cx="91440" cy="502920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54126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7171"/>
                </a:solidFill>
                <a:latin typeface="Microsoft YaHei"/>
                <a:ea typeface="Microsoft YaHei"/>
              </a:rPr>
              <a:t>## 附录 C 分析覆盖缺口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0480" y="556869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atlas_gap units、coverage_gaps、routing gaps、analysis_gap、diagnostics、query_id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16  五 Agent 权限矩阵对比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最小权限：谁能调谁、谁能写什么、谁能用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18/22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1005840"/>
            <a:ext cx="219456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0789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D3EE"/>
                </a:solidFill>
                <a:latin typeface="Microsoft YaHei"/>
                <a:ea typeface="Microsoft YaHei"/>
              </a:rPr>
              <a:t>能力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005840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10789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D3EE"/>
                </a:solidFill>
                <a:latin typeface="Microsoft YaHei"/>
                <a:ea typeface="Microsoft YaHei"/>
              </a:rPr>
              <a:t>auditor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005840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0789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D3EE"/>
                </a:solidFill>
                <a:latin typeface="Microsoft YaHei"/>
                <a:ea typeface="Microsoft YaHei"/>
              </a:rPr>
              <a:t>mapper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005840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0789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D3EE"/>
                </a:solidFill>
                <a:latin typeface="Microsoft YaHei"/>
                <a:ea typeface="Microsoft YaHei"/>
              </a:rPr>
              <a:t>finder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005840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10789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D3EE"/>
                </a:solidFill>
                <a:latin typeface="Microsoft YaHei"/>
                <a:ea typeface="Microsoft YaHei"/>
              </a:rPr>
              <a:t>validator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29800" y="1005840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10789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D3EE"/>
                </a:solidFill>
                <a:latin typeface="Microsoft YaHei"/>
                <a:ea typeface="Microsoft YaHei"/>
              </a:rPr>
              <a:t>composer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1389888"/>
            <a:ext cx="219456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14630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mode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1389888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14630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primary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1389888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14630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subagent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1389888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14630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subagent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01000" y="1389888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0" y="14630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subagent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29800" y="1389888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14630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subagent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" y="1773936"/>
            <a:ext cx="219456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184708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task → workers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14600" y="1773936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0" y="1847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4 allow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43400" y="1773936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0" y="1847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1773936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1847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01000" y="1773936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1847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29800" y="1773936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75520" y="1847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" y="2157984"/>
            <a:ext cx="219456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223113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bash 脚本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14600" y="2157984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60320" y="22311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2 脚本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43400" y="2157984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0" y="22311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72200" y="2157984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0" y="22311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01000" y="2157984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0" y="22311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829800" y="2157984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75520" y="22311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0040" y="2542032"/>
            <a:ext cx="219456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261518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edit 目标仓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514600" y="2542032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60320" y="2615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343400" y="2542032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89120" y="2615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deny*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72200" y="2542032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2615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deny*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01000" y="2542032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0" y="2615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deny*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829800" y="2542032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0" y="2615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deny*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0040" y="2926080"/>
            <a:ext cx="219456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299923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写 result_path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514600" y="2926080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60320" y="29992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343400" y="2926080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89120" y="29992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72200" y="2926080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17920" y="29992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001000" y="2926080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29992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829800" y="2926080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9992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run_dir 报告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0040" y="3310128"/>
            <a:ext cx="219456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atlas_project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514600" y="3310128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560320" y="33832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343400" y="3310128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389120" y="33832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3310128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17920" y="33832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001000" y="3310128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46720" y="33832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829800" y="3310128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875520" y="33832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20040" y="3694176"/>
            <a:ext cx="219456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37673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atlas search/symbol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14600" y="3694176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560320" y="37673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343400" y="3694176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389120" y="37673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72200" y="3694176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17920" y="37673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8001000" y="3694176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046720" y="37673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829800" y="3694176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875520" y="37673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20040" y="4078224"/>
            <a:ext cx="219456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415137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atlas path/trace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514600" y="4078224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560320" y="41513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343400" y="4078224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389120" y="41513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72200" y="4078224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217920" y="41513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001000" y="4078224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046720" y="41513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9829800" y="4078224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875520" y="41513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20040" y="4462272"/>
            <a:ext cx="219456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65760" y="45354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atlas calls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514600" y="4462272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560320" y="453542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343400" y="4462272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389120" y="453542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72200" y="4462272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217920" y="453542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8001000" y="4462272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046720" y="453542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829800" y="4462272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875520" y="453542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20040" y="4846320"/>
            <a:ext cx="219456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65760" y="491947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atlas impact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514600" y="4846320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560320" y="49194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343400" y="4846320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389120" y="49194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72200" y="4846320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217920" y="49194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001000" y="4846320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046720" y="49194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829800" y="4846320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875520" y="49194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20040" y="5230368"/>
            <a:ext cx="219456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65760" y="53035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atlas file_deps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14600" y="5230368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560320" y="5303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343400" y="5230368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389120" y="5303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172200" y="5230368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217920" y="5303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8001000" y="5230368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046720" y="5303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9829800" y="5230368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875520" y="53035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20040" y="5614416"/>
            <a:ext cx="219456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65760" y="56875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grep/glob 源码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514600" y="5614416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560320" y="56875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343400" y="5614416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389120" y="56875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7171"/>
                </a:solidFill>
                <a:latin typeface="Microsoft YaHei"/>
                <a:ea typeface="Microsoft YaHei"/>
              </a:rPr>
              <a:t>deny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172200" y="5614416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17920" y="56875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8001000" y="5614416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046720" y="56875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829800" y="5614416"/>
            <a:ext cx="1828800" cy="384048"/>
          </a:xfrm>
          <a:prstGeom prst="roundRect">
            <a:avLst>
              <a:gd name="adj" fmla="val 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875520" y="56875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glob only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320040" y="5998464"/>
            <a:ext cx="219456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65760" y="607161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skill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514600" y="5998464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560320" y="6071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343400" y="5998464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389120" y="6071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172200" y="5998464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217920" y="6071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8001000" y="5998464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0" y="6071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9829800" y="5998464"/>
            <a:ext cx="1828800" cy="384048"/>
          </a:xfrm>
          <a:prstGeom prst="roundRect">
            <a:avLst>
              <a:gd name="adj" fmla="val 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9875520" y="6071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4D399"/>
                </a:solidFill>
                <a:latin typeface="Microsoft YaHei"/>
                <a:ea typeface="Microsoft YaHei"/>
              </a:rPr>
              <a:t>allow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0040" y="6080760"/>
            <a:ext cx="11521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* worker 的 edit/write 仅用于 result_path / 报告文件；约定只读目标仓。mapper 额外禁止 grep/glob 强制走 Atlas。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17  数据流与协作时序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单向依赖；complete 是共享状态的唯一写入闸门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19/22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005840"/>
            <a:ext cx="2194560" cy="53035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155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Microsoft YaHei"/>
                <a:ea typeface="Microsoft YaHei"/>
              </a:rPr>
              <a:t>auditor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005840"/>
            <a:ext cx="9052560" cy="53035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43200" y="1005840"/>
            <a:ext cx="91440" cy="530352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111556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new-run → profiler → atlas open → enqueue-discovery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627632"/>
            <a:ext cx="2194560" cy="53035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7373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Microsoft YaHei"/>
                <a:ea typeface="Microsoft YaHei"/>
              </a:rPr>
              <a:t>mapper×N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1627632"/>
            <a:ext cx="9052560" cy="53035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43200" y="1627632"/>
            <a:ext cx="91440" cy="530352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1737360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unit scoped Atlas → private discovery result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249424"/>
            <a:ext cx="2194560" cy="53035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3591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  <a:latin typeface="Microsoft YaHei"/>
                <a:ea typeface="Microsoft YaHei"/>
              </a:rPr>
              <a:t>状态机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2249424"/>
            <a:ext cx="9052560" cy="53035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43200" y="2249424"/>
            <a:ext cx="91440" cy="530352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17520" y="2359152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complete → 重建 entry/seed → 增量 compile-matrix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2871216"/>
            <a:ext cx="2194560" cy="53035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98094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78BFA"/>
                </a:solidFill>
                <a:latin typeface="Microsoft YaHei"/>
                <a:ea typeface="Microsoft YaHei"/>
              </a:rPr>
              <a:t>finder×N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2871216"/>
            <a:ext cx="9052560" cy="53035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743200" y="2871216"/>
            <a:ext cx="91440" cy="530352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7520" y="2980944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work item path/trace → private path result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3493008"/>
            <a:ext cx="2194560" cy="53035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60273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  <a:latin typeface="Microsoft YaHei"/>
                <a:ea typeface="Microsoft YaHei"/>
              </a:rPr>
              <a:t>状态机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0" y="3493008"/>
            <a:ext cx="9052560" cy="53035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743200" y="3493008"/>
            <a:ext cx="91440" cy="530352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3602736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complete → root-cause dedup → CAND → enqueue val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4114800"/>
            <a:ext cx="2194560" cy="53035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422452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B923C"/>
                </a:solidFill>
                <a:latin typeface="Microsoft YaHei"/>
                <a:ea typeface="Microsoft YaHei"/>
              </a:rPr>
              <a:t>validator×N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0" y="4114800"/>
            <a:ext cx="9052560" cy="53035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743200" y="4114800"/>
            <a:ext cx="91440" cy="530352"/>
          </a:xfrm>
          <a:prstGeom prst="roundRect">
            <a:avLst>
              <a:gd name="adj" fmla="val 0"/>
            </a:avLst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17520" y="422452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六门槛+反证 → private validation result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4736592"/>
            <a:ext cx="2194560" cy="53035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  <a:latin typeface="Microsoft YaHei"/>
                <a:ea typeface="Microsoft YaHei"/>
              </a:rPr>
              <a:t>状态机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0" y="4736592"/>
            <a:ext cx="9052560" cy="53035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743200" y="4736592"/>
            <a:ext cx="91440" cy="530352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17520" y="4846320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complete → validation/*.jsonl 归类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5760" y="5358384"/>
            <a:ext cx="2194560" cy="530352"/>
          </a:xfrm>
          <a:prstGeom prst="roundRect">
            <a:avLst>
              <a:gd name="adj" fmla="val 8000"/>
            </a:avLst>
          </a:prstGeom>
          <a:solidFill>
            <a:srgbClr val="1A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54681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4D399"/>
                </a:solidFill>
                <a:latin typeface="Microsoft YaHei"/>
                <a:ea typeface="Microsoft YaHei"/>
              </a:rPr>
              <a:t>auditor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3200" y="5358384"/>
            <a:ext cx="9052560" cy="530352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743200" y="5358384"/>
            <a:ext cx="91440" cy="530352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17520" y="5468112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validate-ready → composer → finalize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18  结论分层总览（跨 Agent）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Finding 生命周期：exposure → capability → abuse_path → vulnerability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20/22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05156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051560"/>
            <a:ext cx="2651760" cy="73152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80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Microsoft YaHei"/>
                <a:ea typeface="Microsoft YaHei"/>
              </a:rPr>
              <a:t>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6916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mapper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外部入口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08960" y="1554480"/>
            <a:ext cx="228600" cy="228600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83280" y="105156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83280" y="1051560"/>
            <a:ext cx="2651760" cy="73152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280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78BFA"/>
                </a:solidFill>
                <a:latin typeface="Microsoft YaHei"/>
                <a:ea typeface="Microsoft YaHei"/>
              </a:rPr>
              <a:t>capability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16916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mapper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危险 seed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35040" y="1554480"/>
            <a:ext cx="228600" cy="228600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105156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09360" y="1051560"/>
            <a:ext cx="2651760" cy="73152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1280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icrosoft YaHei"/>
                <a:ea typeface="Microsoft YaHei"/>
              </a:rPr>
              <a:t>abuse_path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16916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path-finder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candidate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961120" y="1554480"/>
            <a:ext cx="228600" cy="228600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35440" y="105156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35440" y="1051560"/>
            <a:ext cx="2651760" cy="73152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1280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7171"/>
                </a:solidFill>
                <a:latin typeface="Microsoft YaHei"/>
                <a:ea typeface="Microsoft YaHei"/>
              </a:rPr>
              <a:t>vulnerability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16916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validator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confirmed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697480"/>
            <a:ext cx="11430000" cy="33375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2834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Microsoft YaHei"/>
                <a:ea typeface="Microsoft YaHei"/>
              </a:rPr>
              <a:t>各 Agent 产出与主报告关系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24612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·  mapper → entry_list / danger_seed_list / query_evidence（经状态机合并）→ 附录 B 攻击面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·  path-finder → candidate | rejected | no_path | analysis_gap → paths/*.jsonl；仅 candidate 晋级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·  path-validator → confirmed（主报告）/ protected / residual / benign / insufficient（分层章节）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·  状态机 routing_gaps（终态 seed 无路由）→ isolated_findings → 附录 A（不得称漏洞）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·  analysis_gap / atlas_gap → 附录 C；coverage_status=partial，不得写成「未发现风险」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Microsoft YaHei"/>
                <a:ea typeface="Microsoft YaHei"/>
              </a:rPr>
              <a:t>·  report-composer 聚合以上全部；severity 仅 confirmed；identity 字段原样保留供 finalize 校验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4572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64008" cy="685800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19  仓库目录与扩展边界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Agent 定义均在 .opencode/agents/；契约在 audit-orchestration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</a:rPr>
              <a:t>21/22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6355080"/>
            <a:ext cx="11430000" cy="12700"/>
          </a:xfrm>
          <a:prstGeom prst="roundRect">
            <a:avLst>
              <a:gd name="adj" fmla="val 0"/>
            </a:avLst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1005840"/>
            <a:ext cx="5760720" cy="5029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43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Microsoft YaHei"/>
                <a:ea typeface="Microsoft YaHei"/>
              </a:rPr>
              <a:t>当前目录（与磁盘一致）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2E8F0"/>
                </a:solidFill>
                <a:latin typeface="Microsoft YaHei"/>
                <a:ea typeface="Microsoft YaHei"/>
              </a:rPr>
              <a:t>.opencode/agents/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  harmony-auditor.md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  attack-surface-mapper.md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  path-finder.md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  path-validator.md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  report-composer.md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2E8F0"/>
                </a:solidFill>
                <a:latin typeface="Microsoft YaHei"/>
                <a:ea typeface="Microsoft YaHei"/>
              </a:rPr>
              <a:t>.opencode/commands/audit.md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2E8F0"/>
                </a:solidFill>
                <a:latin typeface="Microsoft YaHei"/>
                <a:ea typeface="Microsoft YaHei"/>
              </a:rPr>
              <a:t>.opencode/skills/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  project-modeling/  (+ project_profiler.py)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  audit-orchestration/ (+ orchestrator + schemas)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  attack-patterns/patterns/*.md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  audit-workflow/SKILL.md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2E8F0"/>
                </a:solidFill>
                <a:latin typeface="Microsoft YaHei"/>
                <a:ea typeface="Microsoft YaHei"/>
              </a:rPr>
              <a:t>tests/ + tests/golden/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2E8F0"/>
                </a:solidFill>
                <a:latin typeface="Microsoft YaHei"/>
                <a:ea typeface="Microsoft YaHei"/>
              </a:rPr>
              <a:t>docs/ · reports/ · DESIGN.md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00584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1005840"/>
            <a:ext cx="5577840" cy="54864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1430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Microsoft YaHei"/>
                <a:ea typeface="Microsoft YaHei"/>
              </a:rPr>
              <a:t>扩展 / 明确不做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481328"/>
            <a:ext cx="53035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新能力：注册表 + 模式卡 + 回归测试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不为单一规则新建 Agent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确定性转换 → Skill 脚本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语义推理 → 现有 worker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—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不做 Semgrep 运行时接入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不做 NAPI/native 审计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不做异步滑动 subagent 池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不留 knowledge/rules 空占位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—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验证：unittest discover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·  deploy.py --check-only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46304" cy="6858000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6304" y="0"/>
            <a:ext cx="45720" cy="685800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Microsoft YaHei"/>
                <a:ea typeface="Microsoft YaHei"/>
              </a:rPr>
              <a:t>核心结论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五个 Agent，一条证据链，零共享写冲突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Microsoft YaHei"/>
                <a:ea typeface="Microsoft YaHei"/>
              </a:rPr>
              <a:t>entrypoint → reachability → control → guard → sink → boundary → impact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34640"/>
            <a:ext cx="2148840" cy="21945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2834640"/>
            <a:ext cx="2148840" cy="73152"/>
          </a:xfrm>
          <a:prstGeom prst="roundRect">
            <a:avLst>
              <a:gd name="adj" fmla="val 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108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Microsoft YaHei"/>
                <a:ea typeface="Microsoft YaHei"/>
              </a:rPr>
              <a:t>auditor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61188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只调度状态机与 worker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覆盖由 validate 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2834640"/>
            <a:ext cx="2148840" cy="21945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88920" y="2834640"/>
            <a:ext cx="2148840" cy="73152"/>
          </a:xfrm>
          <a:prstGeom prst="roundRect">
            <a:avLst>
              <a:gd name="adj" fmla="val 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98648" y="3108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Microsoft YaHei"/>
                <a:ea typeface="Microsoft YaHei"/>
              </a:rPr>
              <a:t>mapper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8648" y="361188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Atlas 有界测绘 unit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产 entry/seed 事实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2834640"/>
            <a:ext cx="2148840" cy="21945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74920" y="2834640"/>
            <a:ext cx="2148840" cy="73152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4648" y="3108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78BFA"/>
                </a:solidFill>
                <a:latin typeface="Microsoft YaHei"/>
                <a:ea typeface="Microsoft YaHei"/>
              </a:rPr>
              <a:t>finder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361188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五项准入 + root_cause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四类路径结论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2834640"/>
            <a:ext cx="2148840" cy="21945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60920" y="2834640"/>
            <a:ext cx="2148840" cy="73152"/>
          </a:xfrm>
          <a:prstGeom prst="roundRect">
            <a:avLst>
              <a:gd name="adj" fmla="val 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70648" y="3108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icrosoft YaHei"/>
                <a:ea typeface="Microsoft YaHei"/>
              </a:rPr>
              <a:t>validator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361188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反证优先 + 六门槛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五层分类结论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2834640"/>
            <a:ext cx="2148840" cy="21945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46920" y="2834640"/>
            <a:ext cx="2148840" cy="73152"/>
          </a:xfrm>
          <a:prstGeom prst="roundRect">
            <a:avLst>
              <a:gd name="adj" fmla="val 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56648" y="3108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  <a:latin typeface="Microsoft YaHei"/>
                <a:ea typeface="Microsoft YaHei"/>
              </a:rPr>
              <a:t>composer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56648" y="361188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只聚合已准入结果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分层报告不创造事实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394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依据：.opencode/agents/{harmony-auditor, attack-surface-mapper, path-finder, path-validator, report-composer}.md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806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/audit [scope] &lt;repo&gt;  ·  reports/&lt;project&gt;-&lt;hash&gt;/&lt;run-id&gt;/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