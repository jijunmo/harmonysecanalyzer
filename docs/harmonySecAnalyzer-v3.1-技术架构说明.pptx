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Microsoft YaHei"/>
                <a:ea typeface="Microsoft YaHei"/>
              </a:rPr>
              <a:t>HARMONYOS  ·  WHITE-BOX SECURITY  ·  MULTI-AGENT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harmonySecAnalyzer v3.1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38BDF8"/>
                </a:solidFill>
                <a:latin typeface="Microsoft YaHei"/>
                <a:ea typeface="Microsoft YaHei"/>
              </a:rPr>
              <a:t>鸿蒙 ArkTS 白盒安全审计多智能体系统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94A3B8"/>
                </a:solidFill>
                <a:latin typeface="Microsoft YaHei"/>
                <a:ea typeface="Microsoft YaHei"/>
              </a:rPr>
              <a:t>技术架构说明  ·  Technical Architecture Brief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2468880" cy="1005840"/>
          </a:xfrm>
          <a:prstGeom prst="roundRect">
            <a:avLst>
              <a:gd name="adj" fmla="val 10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937760"/>
            <a:ext cx="73152" cy="10058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074920"/>
            <a:ext cx="2103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运行平台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394960"/>
            <a:ext cx="2103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opencode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4937760"/>
            <a:ext cx="2468880" cy="1005840"/>
          </a:xfrm>
          <a:prstGeom prst="roundRect">
            <a:avLst>
              <a:gd name="adj" fmla="val 10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4937760"/>
            <a:ext cx="73152" cy="10058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5074920"/>
            <a:ext cx="2103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代码引擎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5394960"/>
            <a:ext cx="2103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atlas MCP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937760"/>
            <a:ext cx="2468880" cy="1005840"/>
          </a:xfrm>
          <a:prstGeom prst="roundRect">
            <a:avLst>
              <a:gd name="adj" fmla="val 10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937760"/>
            <a:ext cx="73152" cy="10058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5074920"/>
            <a:ext cx="2103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目标语言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394960"/>
            <a:ext cx="2103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ArkTS / NAPI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4937760"/>
            <a:ext cx="2468880" cy="1005840"/>
          </a:xfrm>
          <a:prstGeom prst="roundRect">
            <a:avLst>
              <a:gd name="adj" fmla="val 10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0" y="4937760"/>
            <a:ext cx="73152" cy="10058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5074920"/>
            <a:ext cx="2103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审计模式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5394960"/>
            <a:ext cx="2103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攻击路径驱动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21792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编排者 + 专项 Subagent + 确定性状态机  ·  LLM 判断 × Atlas 事实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058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目录 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本演示结构导航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2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188720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822960" cy="777240"/>
          </a:xfrm>
          <a:prstGeom prst="rect">
            <a:avLst/>
          </a:prstGeom>
          <a:solidFill>
            <a:srgbClr val="1A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71600"/>
            <a:ext cx="822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22D3EE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325880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方案定位与设计原则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627632"/>
            <a:ext cx="4206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Why / Principles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822960" cy="777240"/>
          </a:xfrm>
          <a:prstGeom prst="rect">
            <a:avLst/>
          </a:prstGeom>
          <a:solidFill>
            <a:srgbClr val="1A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371600"/>
            <a:ext cx="822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22D3EE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1325880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能力栈与技术选型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1627632"/>
            <a:ext cx="4206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Capability Stack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103120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103120"/>
            <a:ext cx="822960" cy="777240"/>
          </a:xfrm>
          <a:prstGeom prst="rect">
            <a:avLst/>
          </a:prstGeom>
          <a:solidFill>
            <a:srgbClr val="1A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286000"/>
            <a:ext cx="822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22D3EE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240280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五层系统架构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2542032"/>
            <a:ext cx="4206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Layered Architecture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103120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103120"/>
            <a:ext cx="822960" cy="777240"/>
          </a:xfrm>
          <a:prstGeom prst="rect">
            <a:avLst/>
          </a:prstGeom>
          <a:solidFill>
            <a:srgbClr val="1A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2286000"/>
            <a:ext cx="822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22D3EE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240280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多智能体协作模型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542032"/>
            <a:ext cx="4206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Agent Topology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017520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017520"/>
            <a:ext cx="822960" cy="777240"/>
          </a:xfrm>
          <a:prstGeom prst="rect">
            <a:avLst/>
          </a:prstGeom>
          <a:solidFill>
            <a:srgbClr val="1A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200400"/>
            <a:ext cx="822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22D3EE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3154680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端到端审计流水线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3456432"/>
            <a:ext cx="4206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Pipeline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017520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017520"/>
            <a:ext cx="822960" cy="777240"/>
          </a:xfrm>
          <a:prstGeom prst="rect">
            <a:avLst/>
          </a:prstGeom>
          <a:solidFill>
            <a:srgbClr val="1A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3200400"/>
            <a:ext cx="822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22D3EE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3154680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确定性状态机编排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3456432"/>
            <a:ext cx="4206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Orchestrator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931920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3931920"/>
            <a:ext cx="822960" cy="777240"/>
          </a:xfrm>
          <a:prstGeom prst="rect">
            <a:avLst/>
          </a:prstGeom>
          <a:solidFill>
            <a:srgbClr val="1A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114800"/>
            <a:ext cx="822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22D3EE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4069080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攻击矩阵与路径发现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4370832"/>
            <a:ext cx="4206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Attack Matrix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3931920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3931920"/>
            <a:ext cx="822960" cy="777240"/>
          </a:xfrm>
          <a:prstGeom prst="rect">
            <a:avLst/>
          </a:prstGeom>
          <a:solidFill>
            <a:srgbClr val="1A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4114800"/>
            <a:ext cx="822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22D3EE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4069080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六门槛反证验证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4370832"/>
            <a:ext cx="4206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Six Gates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846320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200" y="4846320"/>
            <a:ext cx="822960" cy="777240"/>
          </a:xfrm>
          <a:prstGeom prst="rect">
            <a:avLst/>
          </a:prstGeom>
          <a:solidFill>
            <a:srgbClr val="1A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029200"/>
            <a:ext cx="822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22D3EE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63040" y="4983480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Atlas 代码理解引擎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63040" y="5285232"/>
            <a:ext cx="4206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Atlas MCP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4846320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7920" y="4846320"/>
            <a:ext cx="822960" cy="777240"/>
          </a:xfrm>
          <a:prstGeom prst="rect">
            <a:avLst/>
          </a:prstGeom>
          <a:solidFill>
            <a:srgbClr val="1A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0" y="5029200"/>
            <a:ext cx="822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22D3EE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60" y="4983480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产物、模式与落地状态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3760" y="5285232"/>
            <a:ext cx="4206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Artifacts &amp; Status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058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01  方案定位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面向 HarmonyOS / OpenHarmony 的白盒安全审计多智能体系统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3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一个用 opencode 原生 agent / skill / command 编排的攻击路径驱动审计系统：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以 Atlas 提供确定性代码事实，以 LLM 做语义判断与误报过滤，输出可复核的分层安全报告。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011680"/>
            <a:ext cx="2194560" cy="393192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011680"/>
            <a:ext cx="219456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1920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2D3EE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知识与分析分离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2900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漏洞模式 / 权限 / CWE → Skill 按需加载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配置事实 → Profiler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源码结构 → Atlas MCP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2011680"/>
            <a:ext cx="2194560" cy="393192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97480" y="2011680"/>
            <a:ext cx="219456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2286000"/>
            <a:ext cx="1920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38BDF8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74320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专家分工 + 编排收敛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42900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Subagent 各管一域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编排者负责切片 / 派发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去重 / 定级 / 报告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2011680"/>
            <a:ext cx="2194560" cy="393192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2011680"/>
            <a:ext cx="219456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2286000"/>
            <a:ext cx="1920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A78BFA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74320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LLM × 确定性事实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42900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符号 / 调用图 / 污点可达 → Atlas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LLM 只读有界上下文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不做全仓源码遍历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2011680"/>
            <a:ext cx="2194560" cy="393192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60920" y="2011680"/>
            <a:ext cx="219456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0" y="2286000"/>
            <a:ext cx="1920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BBF24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274320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反证优先确认漏洞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342900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六门槛全满足才 confirmed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有效 guard 必须降级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证据不足不臆造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2011680"/>
            <a:ext cx="2194560" cy="393192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92640" y="2011680"/>
            <a:ext cx="219456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9800" y="2286000"/>
            <a:ext cx="1920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34D399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274320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审计全程可追溯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342900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plugin / task_events 记录链路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JSON Schema 三层准入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SHA-256 冻结报告输入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058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02  能力栈与技术选型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opencode 原生扩展 + Atlas 外部引擎 + Python 确定性脚本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4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solidFill>
            <a:srgbClr val="1A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07008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94A3B8"/>
                </a:solidFill>
                <a:latin typeface="Microsoft YaHei"/>
                <a:ea typeface="Microsoft YaHei"/>
              </a:rPr>
              <a:t>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207008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94A3B8"/>
                </a:solidFill>
                <a:latin typeface="Microsoft YaHei"/>
                <a:ea typeface="Microsoft YaHei"/>
              </a:rPr>
              <a:t>机制 / 组件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207008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94A3B8"/>
                </a:solidFill>
                <a:latin typeface="Microsoft YaHei"/>
                <a:ea typeface="Microsoft YaHei"/>
              </a:rPr>
              <a:t>本方案用途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45920"/>
            <a:ext cx="11247120" cy="475488"/>
          </a:xfrm>
          <a:prstGeom prst="rect">
            <a:avLst/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645920"/>
            <a:ext cx="91440" cy="4754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73736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2D3EE"/>
                </a:solidFill>
                <a:latin typeface="Microsoft YaHei"/>
                <a:ea typeface="Microsoft YaHei"/>
              </a:rPr>
              <a:t>配置层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1737360"/>
            <a:ext cx="4023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opencode.json + .opencode/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73736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主配置 / MCP / 权限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76272"/>
            <a:ext cx="11247120" cy="475488"/>
          </a:xfrm>
          <a:prstGeom prst="rect">
            <a:avLst/>
          </a:prstGeom>
          <a:solidFill>
            <a:srgbClr val="1A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176272"/>
            <a:ext cx="91440" cy="4754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267712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8BDF8"/>
                </a:solidFill>
                <a:latin typeface="Microsoft YaHei"/>
                <a:ea typeface="Microsoft YaHei"/>
              </a:rPr>
              <a:t>Agent 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2267712"/>
            <a:ext cx="4023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agents/*.md  +  task 工具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267712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编排者 + 领域专家 subagent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706624"/>
            <a:ext cx="11247120" cy="475488"/>
          </a:xfrm>
          <a:prstGeom prst="rect">
            <a:avLst/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706624"/>
            <a:ext cx="91440" cy="4754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798064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78BFA"/>
                </a:solidFill>
                <a:latin typeface="Microsoft YaHei"/>
                <a:ea typeface="Microsoft YaHei"/>
              </a:rPr>
              <a:t>Skill 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2798064"/>
            <a:ext cx="4023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skills/&lt;name&gt;/SKILL.md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798064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按需知识库 / 流程协议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236976"/>
            <a:ext cx="11247120" cy="475488"/>
          </a:xfrm>
          <a:prstGeom prst="rect">
            <a:avLst/>
          </a:prstGeom>
          <a:solidFill>
            <a:srgbClr val="1A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236976"/>
            <a:ext cx="91440" cy="47548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328416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BBF24"/>
                </a:solidFill>
                <a:latin typeface="Microsoft YaHei"/>
                <a:ea typeface="Microsoft YaHei"/>
              </a:rPr>
              <a:t>Command 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3328416"/>
            <a:ext cx="4023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/audit  [scope] [repo]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328416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用户入口斜杠命令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767328"/>
            <a:ext cx="11247120" cy="475488"/>
          </a:xfrm>
          <a:prstGeom prst="rect">
            <a:avLst/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3767328"/>
            <a:ext cx="91440" cy="4754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858768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4D399"/>
                </a:solidFill>
                <a:latin typeface="Microsoft YaHei"/>
                <a:ea typeface="Microsoft YaHei"/>
              </a:rPr>
              <a:t>代码引擎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3858768"/>
            <a:ext cx="4023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atlas MCP (Rust)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858768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符号 / 调用图 / 数据流 / 路径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297680"/>
            <a:ext cx="11247120" cy="475488"/>
          </a:xfrm>
          <a:prstGeom prst="rect">
            <a:avLst/>
          </a:prstGeom>
          <a:solidFill>
            <a:srgbClr val="1A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4297680"/>
            <a:ext cx="91440" cy="47548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38912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87171"/>
                </a:solidFill>
                <a:latin typeface="Microsoft YaHei"/>
                <a:ea typeface="Microsoft YaHei"/>
              </a:rPr>
              <a:t>状态机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1760" y="4389120"/>
            <a:ext cx="4023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audit_orchestrator.py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438912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队列 / 矩阵 / 覆盖 / 终态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828032"/>
            <a:ext cx="11247120" cy="475488"/>
          </a:xfrm>
          <a:prstGeom prst="rect">
            <a:avLst/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4828032"/>
            <a:ext cx="91440" cy="4754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4919472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2D3EE"/>
                </a:solidFill>
                <a:latin typeface="Microsoft YaHei"/>
                <a:ea typeface="Microsoft YaHei"/>
              </a:rPr>
              <a:t>项目建模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51760" y="4919472"/>
            <a:ext cx="4023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project_profiler.py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4919472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JSON5 Manifest 确定性解析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358384"/>
            <a:ext cx="11247120" cy="475488"/>
          </a:xfrm>
          <a:prstGeom prst="rect">
            <a:avLst/>
          </a:prstGeom>
          <a:solidFill>
            <a:srgbClr val="1A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5358384"/>
            <a:ext cx="91440" cy="4754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5449824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94A3B8"/>
                </a:solidFill>
                <a:latin typeface="Microsoft YaHei"/>
                <a:ea typeface="Microsoft YaHei"/>
              </a:rPr>
              <a:t>资产层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5449824"/>
            <a:ext cx="4023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knowledge / patterns / tests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5449824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模式卡 / CWE / 回归样例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058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03  五层系统架构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入口 → 编排 → 专家 → 能力 → 资产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5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109728" cy="8686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207008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2D3EE"/>
                </a:solidFill>
                <a:latin typeface="Microsoft YaHei"/>
                <a:ea typeface="Microsoft YaHei"/>
              </a:rPr>
              <a:t>入口层  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207008"/>
            <a:ext cx="6400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/audit  ·  /triage  ·  /report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554480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斜杠命令触发，scope 支持 full / quick / manifest / 单领域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05740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057400"/>
            <a:ext cx="109728" cy="868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167128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38BDF8"/>
                </a:solidFill>
                <a:latin typeface="Microsoft YaHei"/>
                <a:ea typeface="Microsoft YaHei"/>
              </a:rPr>
              <a:t>编排层  ORCHESTRATOR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167128"/>
            <a:ext cx="6400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harmony-auditor (primary)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514600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open atlas → 切片 → 派发 → 收敛 → 去重 → 定级 → 报告；不直接分析代码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01752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017520"/>
            <a:ext cx="109728" cy="8686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127248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78BFA"/>
                </a:solidFill>
                <a:latin typeface="Microsoft YaHei"/>
                <a:ea typeface="Microsoft YaHei"/>
              </a:rPr>
              <a:t>专家层  SPECIALISTS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127248"/>
            <a:ext cx="6400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mapper  ·  path-finder  ·  path-validator  ·  report-composer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474720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via task 工具并行/串行；一 unit / work-item / candidate 一 worker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977639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977639"/>
            <a:ext cx="109728" cy="8686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087367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BBF24"/>
                </a:solidFill>
                <a:latin typeface="Microsoft YaHei"/>
                <a:ea typeface="Microsoft YaHei"/>
              </a:rPr>
              <a:t>能力层  CAPABILITIES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087367"/>
            <a:ext cx="6400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profiler  ·  atlas MCP  ·  skills  ·  schemas  ·  plugin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434839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确定性事实 + 按需知识 + 复合流程 + 轨迹事件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93776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937760"/>
            <a:ext cx="109728" cy="8686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047488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34D399"/>
                </a:solidFill>
                <a:latin typeface="Microsoft YaHei"/>
                <a:ea typeface="Microsoft YaHei"/>
              </a:rPr>
              <a:t>资产层  ASSETS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5047488"/>
            <a:ext cx="6400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knowledge/  ·  attack-patterns  ·  examples/  ·  tests/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394960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与运行时解耦的可复用资产，独立 diff / 单测 / 版本化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058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04  多智能体协作模型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Primary 编排者 + 4 个专项 Subagent，权限最小化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6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06240" y="1188720"/>
            <a:ext cx="3749039" cy="1371600"/>
          </a:xfrm>
          <a:prstGeom prst="roundRect">
            <a:avLst>
              <a:gd name="adj" fmla="val 10000"/>
            </a:avLst>
          </a:prstGeom>
          <a:solidFill>
            <a:srgbClr val="1A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188720"/>
            <a:ext cx="3749039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417320"/>
            <a:ext cx="374903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22D3EE"/>
                </a:solidFill>
                <a:latin typeface="Microsoft YaHei"/>
                <a:ea typeface="Microsoft YaHei"/>
              </a:rPr>
              <a:t>harmony-auditor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783080"/>
            <a:ext cx="3566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Primary Orchestrator
状态机推进 · 任务池调度 · 覆盖闭合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200400"/>
            <a:ext cx="2743200" cy="2377440"/>
          </a:xfrm>
          <a:prstGeom prst="roundRect">
            <a:avLst>
              <a:gd name="adj" fmla="val 10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200400"/>
            <a:ext cx="27432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42900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38BDF8"/>
                </a:solidFill>
                <a:latin typeface="Microsoft YaHei"/>
                <a:ea typeface="Microsoft YaHei"/>
              </a:rPr>
              <a:t>攻击面测绘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9476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attack-surface-mapper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976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per discovery unit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Manifest 锚点 → Entry / Seed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3200400"/>
            <a:ext cx="2743200" cy="2377440"/>
          </a:xfrm>
          <a:prstGeom prst="roundRect">
            <a:avLst>
              <a:gd name="adj" fmla="val 10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3200400"/>
            <a:ext cx="274320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342900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78BFA"/>
                </a:solidFill>
                <a:latin typeface="Microsoft YaHei"/>
                <a:ea typeface="Microsoft YaHei"/>
              </a:rPr>
              <a:t>路径发现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79476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path-finder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2976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per work item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Entry → Sink → Pattern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00400"/>
            <a:ext cx="2743200" cy="2377440"/>
          </a:xfrm>
          <a:prstGeom prst="roundRect">
            <a:avLst>
              <a:gd name="adj" fmla="val 10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200400"/>
            <a:ext cx="274320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42900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BBF24"/>
                </a:solidFill>
                <a:latin typeface="Microsoft YaHei"/>
                <a:ea typeface="Microsoft YaHei"/>
              </a:rPr>
              <a:t>路径验证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79476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path-validator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2976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per candidate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六门槛 · 反证优先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3200400"/>
            <a:ext cx="2743200" cy="2377440"/>
          </a:xfrm>
          <a:prstGeom prst="roundRect">
            <a:avLst>
              <a:gd name="adj" fmla="val 10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0" y="3200400"/>
            <a:ext cx="27432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342900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34D399"/>
                </a:solidFill>
                <a:latin typeface="Microsoft YaHei"/>
                <a:ea typeface="Microsoft YaHei"/>
              </a:rPr>
              <a:t>报告撰写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379476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report-composer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42976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分层 findings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+ Mermaid / Markdown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约束：编排者不直接分析代码 · Subagent 禁止互相 task · bash 仅允许状态机/建模脚本 · 目标仓只读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058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05  端到端审计流水线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四阶段：项目解析 → 漏洞发现 → 漏洞验证 → 报告生成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7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2697480" cy="3200400"/>
          </a:xfrm>
          <a:prstGeom prst="roundRect">
            <a:avLst>
              <a:gd name="adj" fmla="val 10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80160"/>
            <a:ext cx="2697480" cy="5029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71600"/>
            <a:ext cx="2697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1220"/>
                </a:solidFill>
                <a:latin typeface="Microsoft YaHei"/>
                <a:ea typeface="Microsoft YaHei"/>
              </a:rPr>
              <a:t>① 准备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11680"/>
            <a:ext cx="2331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new-run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project-modeling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atlas open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enqueue-discovery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08960" y="2651760"/>
            <a:ext cx="228600" cy="256032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37560" y="1280160"/>
            <a:ext cx="2697480" cy="3200400"/>
          </a:xfrm>
          <a:prstGeom prst="roundRect">
            <a:avLst>
              <a:gd name="adj" fmla="val 10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280160"/>
            <a:ext cx="269748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371600"/>
            <a:ext cx="2697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1220"/>
                </a:solidFill>
                <a:latin typeface="Microsoft YaHei"/>
                <a:ea typeface="Microsoft YaHei"/>
              </a:rPr>
              <a:t>② 攻击面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011680"/>
            <a:ext cx="2331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per-unit mapper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scoped search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entry / seed 重建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增量 compile-matrix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35040" y="2651760"/>
            <a:ext cx="228600" cy="256032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1280160"/>
            <a:ext cx="2697480" cy="3200400"/>
          </a:xfrm>
          <a:prstGeom prst="roundRect">
            <a:avLst>
              <a:gd name="adj" fmla="val 10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280160"/>
            <a:ext cx="269748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371600"/>
            <a:ext cx="2697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1220"/>
                </a:solidFill>
                <a:latin typeface="Microsoft YaHei"/>
                <a:ea typeface="Microsoft YaHei"/>
              </a:rPr>
              <a:t>③ 发现+验证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011680"/>
            <a:ext cx="2331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5 槽任务池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path-finder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path-validator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根因级 promote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961120" y="2651760"/>
            <a:ext cx="228600" cy="256032"/>
          </a:xfrm>
          <a:prstGeom prst="rightArrow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89720" y="1280160"/>
            <a:ext cx="2697480" cy="3200400"/>
          </a:xfrm>
          <a:prstGeom prst="roundRect">
            <a:avLst>
              <a:gd name="adj" fmla="val 10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9720" y="1280160"/>
            <a:ext cx="2697480" cy="502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1371600"/>
            <a:ext cx="2697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1220"/>
                </a:solidFill>
                <a:latin typeface="Microsoft YaHei"/>
                <a:ea typeface="Microsoft YaHei"/>
              </a:rPr>
              <a:t>④ 报告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011680"/>
            <a:ext cx="2331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validate-ready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report-composer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finalize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SHA-256 快照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4754880"/>
            <a:ext cx="11338560" cy="1280160"/>
          </a:xfrm>
          <a:prstGeom prst="roundRect">
            <a:avLst>
              <a:gd name="adj" fmla="val 8000"/>
            </a:avLst>
          </a:prstGeom>
          <a:solidFill>
            <a:srgbClr val="1A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93776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2D3EE"/>
                </a:solidFill>
                <a:latin typeface="Microsoft YaHei"/>
                <a:ea typeface="Microsoft YaHei"/>
              </a:rPr>
              <a:t>流式晋级关键点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49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• discovery unit 完成即可增量编译矩阵，无需等待全部 unit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• path_finding complete → 根因去重 → 立即 enqueue path_validation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• discovery/analysis 并存时 2+3 槽保留；单类任务可占满 5 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058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06  确定性状态机编排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audit_orchestrator.py · JSON/JSONL 文件存储 · 5 槽 Worker Pool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8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188720"/>
            <a:ext cx="2743200" cy="10972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188720"/>
            <a:ext cx="91440" cy="1097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2D3EE"/>
                </a:solidFill>
                <a:latin typeface="Microsoft YaHei"/>
                <a:ea typeface="Microsoft YaHei"/>
              </a:rPr>
              <a:t>new-run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原子分配 run 目录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188720"/>
            <a:ext cx="2743200" cy="10972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188720"/>
            <a:ext cx="91440" cy="1097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41732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2D3EE"/>
                </a:solidFill>
                <a:latin typeface="Microsoft YaHei"/>
                <a:ea typeface="Microsoft YaHei"/>
              </a:rPr>
              <a:t>enqueue-discovery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78308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unit → mapper task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188720"/>
            <a:ext cx="2743200" cy="10972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188720"/>
            <a:ext cx="91440" cy="1097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41732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2D3EE"/>
                </a:solidFill>
                <a:latin typeface="Microsoft YaHei"/>
                <a:ea typeface="Microsoft YaHei"/>
              </a:rPr>
              <a:t>compile-matrix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78308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Entry×Sink×Pattern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1188720"/>
            <a:ext cx="2743200" cy="10972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20" y="1188720"/>
            <a:ext cx="91440" cy="1097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41732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2D3EE"/>
                </a:solidFill>
                <a:latin typeface="Microsoft YaHei"/>
                <a:ea typeface="Microsoft YaHei"/>
              </a:rPr>
              <a:t>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178308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领取 running task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2423160"/>
            <a:ext cx="2743200" cy="10972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2423160"/>
            <a:ext cx="91440" cy="10972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65176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78BFA"/>
                </a:solidFill>
                <a:latin typeface="Microsoft YaHei"/>
                <a:ea typeface="Microsoft YaHei"/>
              </a:rPr>
              <a:t>complete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01752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Schema 准入 + promote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7560" y="2423160"/>
            <a:ext cx="2743200" cy="10972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37560" y="2423160"/>
            <a:ext cx="91440" cy="10972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0" y="265176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78BFA"/>
                </a:solidFill>
                <a:latin typeface="Microsoft YaHei"/>
                <a:ea typeface="Microsoft YaHei"/>
              </a:rPr>
              <a:t>retry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01752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失败重排 (≤3)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2423160"/>
            <a:ext cx="2743200" cy="10972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2423160"/>
            <a:ext cx="91440" cy="10972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265176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78BFA"/>
                </a:solidFill>
                <a:latin typeface="Microsoft YaHei"/>
                <a:ea typeface="Microsoft YaHei"/>
              </a:rPr>
              <a:t>validate-ready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01752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报告前闭合检查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89720" y="2423160"/>
            <a:ext cx="2743200" cy="10972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89720" y="2423160"/>
            <a:ext cx="91440" cy="10972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20" y="265176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78BFA"/>
                </a:solidFill>
                <a:latin typeface="Microsoft YaHei"/>
                <a:ea typeface="Microsoft YaHei"/>
              </a:rPr>
              <a:t>finalize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301752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completed 终态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" y="3840480"/>
            <a:ext cx="11338560" cy="21945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02336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BBF24"/>
                </a:solidFill>
                <a:latin typeface="Microsoft YaHei"/>
                <a:ea typeface="Microsoft YaHei"/>
              </a:rPr>
              <a:t>设计要点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4805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• 状态由主编排者统一推进；subagent 只写 tasks/&lt;task_id&gt;.result.json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• complete 三层准入：JSON Schema → 业务不变量 → 跨产物引用校验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• 结果缺失 / 无效 JSON / 身份错误 → 自动重试，默认 3 次后终态 failed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• candidate_index 按 root_cause 六元组 + pattern 生成稳定 root:&lt;hash&gt; / CAND-xxx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• 当前 OpenCode TaskTool 同步阻塞 → 实际按最多 5 个一批推进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058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07  攻击矩阵与路径发现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稀疏 Entry × Sink × Pattern，禁止机械笛卡尔积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9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188720"/>
            <a:ext cx="3657600" cy="3291840"/>
          </a:xfrm>
          <a:prstGeom prst="roundRect">
            <a:avLst>
              <a:gd name="adj" fmla="val 10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188720"/>
            <a:ext cx="3657600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61872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</a:rPr>
              <a:t>Entry 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74519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▸  Manifest 导出 Ability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▸  Deeplink / Implicit Want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▸  IPC Service 候选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▸  WebView / JSBridge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▸  trigger_variants 合并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188720"/>
            <a:ext cx="3657600" cy="3291840"/>
          </a:xfrm>
          <a:prstGeom prst="roundRect">
            <a:avLst>
              <a:gd name="adj" fmla="val 10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188720"/>
            <a:ext cx="3657600" cy="4572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1261872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</a:rPr>
              <a:t>Sink 危险能力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874519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▸  SQL / Command / RCE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▸  文件读写 / 路径穿越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▸  隐私 API / 网络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▸  Ability 拉起 / 重定向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▸  intermediate 不建 work item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188720"/>
            <a:ext cx="3657600" cy="3291840"/>
          </a:xfrm>
          <a:prstGeom prst="roundRect">
            <a:avLst>
              <a:gd name="adj" fmla="val 10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188720"/>
            <a:ext cx="3657600" cy="457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261872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</a:rPr>
              <a:t>Pattern 模式卡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874519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▸  deeplink-injection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▸  want-redirect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▸  web-jsbridge-origin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▸  ipc-untrusted-message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▸  datashare-query-injection 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709160"/>
            <a:ext cx="11338560" cy="1325880"/>
          </a:xfrm>
          <a:prstGeom prst="roundRect">
            <a:avLst>
              <a:gd name="adj" fmla="val 8000"/>
            </a:avLst>
          </a:prstGeom>
          <a:solidFill>
            <a:srgbClr val="1A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4632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2D3EE"/>
                </a:solidFill>
                <a:latin typeface="Microsoft YaHei"/>
                <a:ea typeface="Microsoft YaHei"/>
              </a:rPr>
              <a:t>path-finder 五项 admission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21208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外部可达  ·  正向 sink 可达  ·  攻击者影响关键参数  ·  终态 sink（非 intermediate）  ·  控制连续性
证据链：atlas_path / calls / trace(variable) + 模式卡 stage 标注 → 唯一 result_path 落盘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058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08  六门槛反证验证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path-validator：先证明「不是漏洞」，再确认 confirmed_vulnerability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10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3657600" cy="1280160"/>
          </a:xfrm>
          <a:prstGeom prst="roundRect">
            <a:avLst>
              <a:gd name="adj" fmla="val 10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143000"/>
            <a:ext cx="640080" cy="1280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60020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1220"/>
                </a:solidFill>
                <a:latin typeface="Microsoft YaHei"/>
                <a:ea typeface="Microsoft YaHei"/>
              </a:rPr>
              <a:t>G1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417320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externally_reachable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828800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入口可被外部触达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143000"/>
            <a:ext cx="3657600" cy="1280160"/>
          </a:xfrm>
          <a:prstGeom prst="roundRect">
            <a:avLst>
              <a:gd name="adj" fmla="val 10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143000"/>
            <a:ext cx="640080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60020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1220"/>
                </a:solidFill>
                <a:latin typeface="Microsoft YaHei"/>
                <a:ea typeface="Microsoft YaHei"/>
              </a:rPr>
              <a:t>G2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1417320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attacker_controlled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1828800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攻击者控制关键参数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143000"/>
            <a:ext cx="3657600" cy="1280160"/>
          </a:xfrm>
          <a:prstGeom prst="roundRect">
            <a:avLst>
              <a:gd name="adj" fmla="val 10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1143000"/>
            <a:ext cx="640080" cy="12801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160020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1220"/>
                </a:solidFill>
                <a:latin typeface="Microsoft YaHei"/>
                <a:ea typeface="Microsoft YaHei"/>
              </a:rPr>
              <a:t>G3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1417320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sink_reached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1828800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可控值到达敏感 sink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2560320"/>
            <a:ext cx="3657600" cy="1280160"/>
          </a:xfrm>
          <a:prstGeom prst="roundRect">
            <a:avLst>
              <a:gd name="adj" fmla="val 10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2560320"/>
            <a:ext cx="640080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01752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1220"/>
                </a:solidFill>
                <a:latin typeface="Microsoft YaHei"/>
                <a:ea typeface="Microsoft YaHei"/>
              </a:rPr>
              <a:t>G4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2834640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guard_bypassed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3246120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防护缺失或可绕过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60" y="2560320"/>
            <a:ext cx="3657600" cy="1280160"/>
          </a:xfrm>
          <a:prstGeom prst="roundRect">
            <a:avLst>
              <a:gd name="adj" fmla="val 10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60" y="2560320"/>
            <a:ext cx="640080" cy="12801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1960" y="301752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1220"/>
                </a:solidFill>
                <a:latin typeface="Microsoft YaHei"/>
                <a:ea typeface="Microsoft YaHei"/>
              </a:rPr>
              <a:t>G5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2834640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boundary_violated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3246120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越过安全边界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2440" y="2560320"/>
            <a:ext cx="3657600" cy="1280160"/>
          </a:xfrm>
          <a:prstGeom prst="roundRect">
            <a:avLst>
              <a:gd name="adj" fmla="val 10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92440" y="2560320"/>
            <a:ext cx="640080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92440" y="301752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1220"/>
                </a:solidFill>
                <a:latin typeface="Microsoft YaHei"/>
                <a:ea typeface="Microsoft YaHei"/>
              </a:rPr>
              <a:t>G6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2834640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concrete_impact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3246120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存在具体安全影响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16052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94A3B8"/>
                </a:solidFill>
                <a:latin typeface="Microsoft YaHei"/>
                <a:ea typeface="Microsoft YaHei"/>
              </a:rPr>
              <a:t>分层结论（非漏洞不得进主报告）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4572000"/>
            <a:ext cx="2148840" cy="13716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1480" y="4572000"/>
            <a:ext cx="2148840" cy="731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846320"/>
            <a:ext cx="187451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87171"/>
                </a:solidFill>
                <a:latin typeface="Microsoft YaHei"/>
                <a:ea typeface="Microsoft YaHei"/>
              </a:rPr>
              <a:t>确认漏洞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257800"/>
            <a:ext cx="187451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confirmed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97480" y="4572000"/>
            <a:ext cx="2148840" cy="13716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697480" y="4572000"/>
            <a:ext cx="214884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34640" y="4846320"/>
            <a:ext cx="187451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34D399"/>
                </a:solidFill>
                <a:latin typeface="Microsoft YaHei"/>
                <a:ea typeface="Microsoft YaHei"/>
              </a:rPr>
              <a:t>受保护暴露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34640" y="5257800"/>
            <a:ext cx="187451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protected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83480" y="4572000"/>
            <a:ext cx="2148840" cy="13716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83480" y="4572000"/>
            <a:ext cx="214884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20640" y="4846320"/>
            <a:ext cx="187451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BBF24"/>
                </a:solidFill>
                <a:latin typeface="Microsoft YaHei"/>
                <a:ea typeface="Microsoft YaHei"/>
              </a:rPr>
              <a:t>残余风险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0" y="5257800"/>
            <a:ext cx="187451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residual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69480" y="4572000"/>
            <a:ext cx="2148840" cy="13716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269480" y="4572000"/>
            <a:ext cx="214884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06640" y="4846320"/>
            <a:ext cx="187451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38BDF8"/>
                </a:solidFill>
                <a:latin typeface="Microsoft YaHei"/>
                <a:ea typeface="Microsoft YaHei"/>
              </a:rPr>
              <a:t>正常业务流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06640" y="5257800"/>
            <a:ext cx="187451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benign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555480" y="4572000"/>
            <a:ext cx="2148840" cy="13716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555480" y="4572000"/>
            <a:ext cx="214884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92640" y="4846320"/>
            <a:ext cx="187451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94A3B8"/>
                </a:solidFill>
                <a:latin typeface="Microsoft YaHei"/>
                <a:ea typeface="Microsoft YaHei"/>
              </a:rPr>
              <a:t>证据不足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92640" y="5257800"/>
            <a:ext cx="187451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insufficient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058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09  Atlas 代码理解引擎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Rust 二进制 MCP · open-first + focus lazy extraction · 大仓友好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11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5577840" cy="4846320"/>
          </a:xfrm>
          <a:prstGeom prst="roundRect">
            <a:avLst>
              <a:gd name="adj" fmla="val 10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143000"/>
            <a:ext cx="5577840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07008"/>
            <a:ext cx="5577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</a:rPr>
              <a:t>ArkTS (.ets / .sts)  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Microsoft YaHei"/>
                <a:ea typeface="Microsoft YaHei"/>
              </a:rPr>
              <a:t>search / symbol / explore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828800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符号定位与卷宗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6888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Microsoft YaHei"/>
                <a:ea typeface="Microsoft YaHei"/>
              </a:rPr>
              <a:t>calls / path /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468880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调用图与最短路径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0896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Microsoft YaHei"/>
                <a:ea typeface="Microsoft YaHei"/>
              </a:rPr>
              <a:t>trace(variable)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108960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反向数据流 / 污点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4904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Microsoft YaHei"/>
                <a:ea typeface="Microsoft YaHei"/>
              </a:rPr>
              <a:t>trace(forward/callers)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749040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前向 / 反向调用链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38912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Microsoft YaHei"/>
                <a:ea typeface="Microsoft YaHei"/>
              </a:rPr>
              <a:t>file_dependencies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389120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文件级依赖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02920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Microsoft YaHei"/>
                <a:ea typeface="Microsoft YaHei"/>
              </a:rPr>
              <a:t>污点可达性 = path + trace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5029200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核心审计原语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143000"/>
            <a:ext cx="5577840" cy="4846320"/>
          </a:xfrm>
          <a:prstGeom prst="roundRect">
            <a:avLst>
              <a:gd name="adj" fmla="val 10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1143000"/>
            <a:ext cx="5577840" cy="457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207008"/>
            <a:ext cx="5577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</a:rPr>
              <a:t>C/C++ NAPI 层  ✅ / 边界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182880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78BFA"/>
                </a:solidFill>
                <a:latin typeface="Microsoft YaHei"/>
                <a:ea typeface="Microsoft YaHei"/>
              </a:rPr>
              <a:t>lifecycle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182880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UAF / 双 free / 漏 free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46888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78BFA"/>
                </a:solidFill>
                <a:latin typeface="Microsoft YaHei"/>
                <a:ea typeface="Microsoft YaHei"/>
              </a:rPr>
              <a:t>branch_diff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246888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分支副作用不对称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10896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78BFA"/>
                </a:solidFill>
                <a:latin typeface="Microsoft YaHei"/>
                <a:ea typeface="Microsoft YaHei"/>
              </a:rPr>
              <a:t>fp_dispatches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10896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函数指针分发标注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74904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78BFA"/>
                </a:solidFill>
                <a:latin typeface="Microsoft YaHei"/>
                <a:ea typeface="Microsoft YaHei"/>
              </a:rPr>
              <a:t>domain_rules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374904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alloc/free 领域规则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38912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78BFA"/>
                </a:solidFill>
                <a:latin typeface="Microsoft YaHei"/>
                <a:ea typeface="Microsoft YaHei"/>
              </a:rPr>
              <a:t>ArkTS 无 CFG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438912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lifecycle 等不适用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02920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78BFA"/>
                </a:solidFill>
                <a:latin typeface="Microsoft YaHei"/>
                <a:ea typeface="Microsoft YaHei"/>
              </a:rPr>
              <a:t>装饰器语义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02920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P4 用 ts-morph 补充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058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10  项目目录结构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.opencode 为运行时资源 · knowledge/tests 为可复用资产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12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97280"/>
            <a:ext cx="6400800" cy="50292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80160"/>
            <a:ext cx="6035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harmonySecAnalyzer-v3.1/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├── opencode.json                 # MCP / 权限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├── AGENTS.md                     # 项目级指令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  <a:ea typeface="Microsoft YaHei"/>
              </a:rPr>
              <a:t>├── .opencode/                    # ★ 运行时资源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E2E8F0"/>
                </a:solidFill>
                <a:latin typeface="Microsoft YaHei"/>
                <a:ea typeface="Microsoft YaHei"/>
              </a:rPr>
              <a:t>│   ├── agents/                   # 5 个 agent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E2E8F0"/>
                </a:solidFill>
                <a:latin typeface="Microsoft YaHei"/>
                <a:ea typeface="Microsoft YaHei"/>
              </a:rPr>
              <a:t>│   ├── commands/audit.md         # /audit 入口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E2E8F0"/>
                </a:solidFill>
                <a:latin typeface="Microsoft YaHei"/>
                <a:ea typeface="Microsoft YaHei"/>
              </a:rPr>
              <a:t>│   ├── skills/                   # 4 大 skill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│   │   ├── audit-workflow/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│   │   ├── audit-orchestration/  # 状态机+Schema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│   │   ├── project-modeling/     # JSON5 建模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│   │   └── attack-patterns/      # 9 张模式卡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│   ├── plugins/  prompts/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E2E8F0"/>
                </a:solidFill>
                <a:latin typeface="Microsoft YaHei"/>
                <a:ea typeface="Microsoft YaHei"/>
              </a:rPr>
              <a:t>├── knowledge/                    # 解耦知识库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E2E8F0"/>
                </a:solidFill>
                <a:latin typeface="Microsoft YaHei"/>
                <a:ea typeface="Microsoft YaHei"/>
              </a:rPr>
              <a:t>├── tests/                        # 回归 + golden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E2E8F0"/>
                </a:solidFill>
                <a:latin typeface="Microsoft YaHei"/>
                <a:ea typeface="Microsoft YaHei"/>
              </a:rPr>
              <a:t>├── examples/                     # 正/反样例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FBBF24"/>
                </a:solidFill>
                <a:latin typeface="Microsoft YaHei"/>
                <a:ea typeface="Microsoft YaHei"/>
              </a:rPr>
              <a:t>└── reports/                      # 审计产出 gitignore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1097280"/>
            <a:ext cx="4846320" cy="50292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1280160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2D3EE"/>
                </a:solidFill>
                <a:latin typeface="Microsoft YaHei"/>
                <a:ea typeface="Microsoft YaHei"/>
              </a:rPr>
              <a:t>核心 Skill 职责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1828800"/>
            <a:ext cx="4389120" cy="822960"/>
          </a:xfrm>
          <a:prstGeom prst="roundRect">
            <a:avLst>
              <a:gd name="adj" fmla="val 8000"/>
            </a:avLst>
          </a:prstGeom>
          <a:solidFill>
            <a:srgbClr val="1A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965960"/>
            <a:ext cx="4023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8BDF8"/>
                </a:solidFill>
                <a:latin typeface="Microsoft YaHei"/>
                <a:ea typeface="Microsoft YaHei"/>
              </a:rPr>
              <a:t>audit-workflow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267712"/>
            <a:ext cx="4023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端到端 SOP / 六门槛 / 防偷懒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2788920"/>
            <a:ext cx="4389120" cy="822960"/>
          </a:xfrm>
          <a:prstGeom prst="roundRect">
            <a:avLst>
              <a:gd name="adj" fmla="val 8000"/>
            </a:avLst>
          </a:prstGeom>
          <a:solidFill>
            <a:srgbClr val="1A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2926080"/>
            <a:ext cx="4023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8BDF8"/>
                </a:solidFill>
                <a:latin typeface="Microsoft YaHei"/>
                <a:ea typeface="Microsoft YaHei"/>
              </a:rPr>
              <a:t>audit-orchestration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227832"/>
            <a:ext cx="4023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状态机协议 + 能力注册表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3749040"/>
            <a:ext cx="4389120" cy="822960"/>
          </a:xfrm>
          <a:prstGeom prst="roundRect">
            <a:avLst>
              <a:gd name="adj" fmla="val 8000"/>
            </a:avLst>
          </a:prstGeom>
          <a:solidFill>
            <a:srgbClr val="1A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3886200"/>
            <a:ext cx="4023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8BDF8"/>
                </a:solidFill>
                <a:latin typeface="Microsoft YaHei"/>
                <a:ea typeface="Microsoft YaHei"/>
              </a:rPr>
              <a:t>project-modeling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4187952"/>
            <a:ext cx="4023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JSON5 → model + discovery plan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4709160"/>
            <a:ext cx="4389120" cy="822960"/>
          </a:xfrm>
          <a:prstGeom prst="roundRect">
            <a:avLst>
              <a:gd name="adj" fmla="val 8000"/>
            </a:avLst>
          </a:prstGeom>
          <a:solidFill>
            <a:srgbClr val="1A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4846320"/>
            <a:ext cx="4023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8BDF8"/>
                </a:solidFill>
                <a:latin typeface="Microsoft YaHei"/>
                <a:ea typeface="Microsoft YaHei"/>
              </a:rPr>
              <a:t>attack-patterns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5148072"/>
            <a:ext cx="4023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全局判定协议 + 领域差异卡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058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11  运行产物与 Finding 生命周期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可复核 · 可恢复 · 可冻结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13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94A3B8"/>
                </a:solidFill>
                <a:latin typeface="Microsoft YaHei"/>
                <a:ea typeface="Microsoft YaHei"/>
              </a:rPr>
              <a:t>Finding 生命周期（禁止跳级升级）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46304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463040"/>
            <a:ext cx="109728" cy="10515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0020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2D3EE"/>
                </a:solidFill>
                <a:latin typeface="Microsoft YaHei"/>
                <a:ea typeface="Microsoft YaHei"/>
              </a:rPr>
              <a:t>exposure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1168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外部可达入口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54680" y="1828800"/>
            <a:ext cx="182880" cy="228600"/>
          </a:xfrm>
          <a:prstGeom prst="rightArrow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37560" y="146304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463040"/>
            <a:ext cx="109728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160020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38BDF8"/>
                </a:solidFill>
                <a:latin typeface="Microsoft YaHei"/>
                <a:ea typeface="Microsoft YaHei"/>
              </a:rPr>
              <a:t>capability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01168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敏感能力种子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80760" y="1828800"/>
            <a:ext cx="182880" cy="228600"/>
          </a:xfrm>
          <a:prstGeom prst="rightArrow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146304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463040"/>
            <a:ext cx="109728" cy="10515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60020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BBF24"/>
                </a:solidFill>
                <a:latin typeface="Microsoft YaHei"/>
                <a:ea typeface="Microsoft YaHei"/>
              </a:rPr>
              <a:t>abuse_path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01168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可疑滥用路径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006840" y="1828800"/>
            <a:ext cx="182880" cy="228600"/>
          </a:xfrm>
          <a:prstGeom prst="rightArrow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720" y="146304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89720" y="1463040"/>
            <a:ext cx="109728" cy="10515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64040" y="160020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87171"/>
                </a:solidFill>
                <a:latin typeface="Microsoft YaHei"/>
                <a:ea typeface="Microsoft YaHei"/>
              </a:rPr>
              <a:t>vulnerability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201168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确认安全影响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2788920"/>
            <a:ext cx="11338560" cy="324612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926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2D3EE"/>
                </a:solidFill>
                <a:latin typeface="Microsoft YaHei"/>
                <a:ea typeface="Microsoft YaHei"/>
              </a:rPr>
              <a:t>reports/&lt;project-key&gt;/&lt;run-id&gt;/  目录契约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33756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▸  session.json · queue.jsonl · task_events.jsonl · candidate_index.json · .lock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▸  project/project_model.json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▸  atlas/{discovery_plan, entry_list, danger_seed_list}.json · query_evidence.jsonl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▸  analysis/{danger_seeds, attack_matrix}.json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▸  tasks/&lt;task_id&gt;.result.json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▸  paths/{candidates, rejected, no_path, analysis_gaps}.jsonl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▸  validation/{confirmed, protected_exposure, residual, benign, insufficient}.jsonl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▸  findings.json + report.md + report_snapshot.json (SHA-256)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058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12  攻击模式卡目录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attack-patterns skill · 领域差异卡 + 能力注册表路由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14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11338560" cy="411480"/>
          </a:xfrm>
          <a:prstGeom prst="rect">
            <a:avLst/>
          </a:prstGeom>
          <a:solidFill>
            <a:srgbClr val="1A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070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94A3B8"/>
                </a:solidFill>
                <a:latin typeface="Microsoft YaHei"/>
                <a:ea typeface="Microsoft YaHei"/>
              </a:rPr>
              <a:t>模式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2070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94A3B8"/>
                </a:solidFill>
                <a:latin typeface="Microsoft YaHei"/>
                <a:ea typeface="Microsoft YaHei"/>
              </a:rPr>
              <a:t>描述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2070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94A3B8"/>
                </a:solidFill>
                <a:latin typeface="Microsoft YaHei"/>
                <a:ea typeface="Microsoft YaHei"/>
              </a:rPr>
              <a:t>领域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12070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94A3B8"/>
                </a:solidFill>
                <a:latin typeface="Microsoft YaHei"/>
                <a:ea typeface="Microsoft YaHei"/>
              </a:rPr>
              <a:t>优先级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645920"/>
            <a:ext cx="11338560" cy="438912"/>
          </a:xfrm>
          <a:prstGeom prst="rect">
            <a:avLst/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719072"/>
            <a:ext cx="3017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Microsoft YaHei"/>
                <a:ea typeface="Microsoft YaHei"/>
              </a:rPr>
              <a:t>deeplink-injection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719072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Deeplink/Want → SQL/命令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719072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injection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1719072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87171"/>
                </a:solidFill>
                <a:latin typeface="Microsoft YaHei"/>
                <a:ea typeface="Microsoft YaHei"/>
              </a:rPr>
              <a:t>P0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121408"/>
            <a:ext cx="11338560" cy="438912"/>
          </a:xfrm>
          <a:prstGeom prst="rect">
            <a:avLst/>
          </a:prstGeom>
          <a:solidFill>
            <a:srgbClr val="1A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194560"/>
            <a:ext cx="3017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Microsoft YaHei"/>
                <a:ea typeface="Microsoft YaHei"/>
              </a:rPr>
              <a:t>want-redirect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194560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Want 重定向 / 组件劫持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19456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icc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2194560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87171"/>
                </a:solidFill>
                <a:latin typeface="Microsoft YaHei"/>
                <a:ea typeface="Microsoft YaHei"/>
              </a:rPr>
              <a:t>P0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596896"/>
            <a:ext cx="11338560" cy="438912"/>
          </a:xfrm>
          <a:prstGeom prst="rect">
            <a:avLst/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670048"/>
            <a:ext cx="3017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Microsoft YaHei"/>
                <a:ea typeface="Microsoft YaHei"/>
              </a:rPr>
              <a:t>exported-ability-file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2670048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导出 Ability → 文件访问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670048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file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2670048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87171"/>
                </a:solidFill>
                <a:latin typeface="Microsoft YaHei"/>
                <a:ea typeface="Microsoft YaHei"/>
              </a:rPr>
              <a:t>P0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072384"/>
            <a:ext cx="11338560" cy="438912"/>
          </a:xfrm>
          <a:prstGeom prst="rect">
            <a:avLst/>
          </a:prstGeom>
          <a:solidFill>
            <a:srgbClr val="1A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145536"/>
            <a:ext cx="3017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Microsoft YaHei"/>
                <a:ea typeface="Microsoft YaHei"/>
              </a:rPr>
              <a:t>web-jsbridge-origin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3145536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JSBridge 源校验缺失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145536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web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3145536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87171"/>
                </a:solidFill>
                <a:latin typeface="Microsoft YaHei"/>
                <a:ea typeface="Microsoft YaHei"/>
              </a:rPr>
              <a:t>P0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547872"/>
            <a:ext cx="11338560" cy="438912"/>
          </a:xfrm>
          <a:prstGeom prst="rect">
            <a:avLst/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621024"/>
            <a:ext cx="3017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Microsoft YaHei"/>
                <a:ea typeface="Microsoft YaHei"/>
              </a:rPr>
              <a:t>web-untrusted-navigation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3621024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不可信导航 / 加载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621024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web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3621024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BBF24"/>
                </a:solidFill>
                <a:latin typeface="Microsoft YaHei"/>
                <a:ea typeface="Microsoft YaHei"/>
              </a:rPr>
              <a:t>P1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023360"/>
            <a:ext cx="11338560" cy="438912"/>
          </a:xfrm>
          <a:prstGeom prst="rect">
            <a:avLst/>
          </a:prstGeom>
          <a:solidFill>
            <a:srgbClr val="1A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096512"/>
            <a:ext cx="3017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Microsoft YaHei"/>
                <a:ea typeface="Microsoft YaHei"/>
              </a:rPr>
              <a:t>ipc-untrusted-message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4096512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IPC 消息到敏感 sink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096512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ipc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4096512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87171"/>
                </a:solidFill>
                <a:latin typeface="Microsoft YaHei"/>
                <a:ea typeface="Microsoft YaHei"/>
              </a:rPr>
              <a:t>P0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4498848"/>
            <a:ext cx="11338560" cy="438912"/>
          </a:xfrm>
          <a:prstGeom prst="rect">
            <a:avLst/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572000"/>
            <a:ext cx="3017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Microsoft YaHei"/>
                <a:ea typeface="Microsoft YaHei"/>
              </a:rPr>
              <a:t>ipc-unauthorized-tx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4572000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IPC 未授权事务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457200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ipc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4572000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BBF24"/>
                </a:solidFill>
                <a:latin typeface="Microsoft YaHei"/>
                <a:ea typeface="Microsoft YaHei"/>
              </a:rPr>
              <a:t>P1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4974336"/>
            <a:ext cx="11338560" cy="438912"/>
          </a:xfrm>
          <a:prstGeom prst="rect">
            <a:avLst/>
          </a:prstGeom>
          <a:solidFill>
            <a:srgbClr val="1A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5047488"/>
            <a:ext cx="3017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Microsoft YaHei"/>
                <a:ea typeface="Microsoft YaHei"/>
              </a:rPr>
              <a:t>datashare-query-inj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0" y="5047488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DataShare 查询注入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047488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datashare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41280" y="5047488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BBF24"/>
                </a:solidFill>
                <a:latin typeface="Microsoft YaHei"/>
                <a:ea typeface="Microsoft YaHei"/>
              </a:rPr>
              <a:t>P1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5449824"/>
            <a:ext cx="11338560" cy="438912"/>
          </a:xfrm>
          <a:prstGeom prst="rect">
            <a:avLst/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522976"/>
            <a:ext cx="3017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Microsoft YaHei"/>
                <a:ea typeface="Microsoft YaHei"/>
              </a:rPr>
              <a:t>datashare-file-access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0" y="5522976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DataShare 文件越权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5522976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datashare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41280" y="5522976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BBF24"/>
                </a:solidFill>
                <a:latin typeface="Microsoft YaHei"/>
                <a:ea typeface="Microsoft YaHei"/>
              </a:rPr>
              <a:t>P1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058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13  实现状态与技术债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当前交付边界清晰，扩展路径明确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15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5577840" cy="4846320"/>
          </a:xfrm>
          <a:prstGeom prst="roundRect">
            <a:avLst>
              <a:gd name="adj" fmla="val 10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143000"/>
            <a:ext cx="5577840" cy="502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5577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1220"/>
                </a:solidFill>
                <a:latin typeface="Microsoft YaHei"/>
                <a:ea typeface="Microsoft YaHei"/>
              </a:rPr>
              <a:t>✅  已实现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74519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●  project-modeling（JSON5 + discovery plan）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●  attack-surface-mapper（per-unit Atlas）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●  attack-patterns skill（9 模式卡）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●  audit-orchestration 状态机全命令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●  path-finder / path-validator / composer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●  streaming promotion + candidate_index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●  Schema 三层准入 + golden corpus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●  5 槽批处理 worker pool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43000"/>
            <a:ext cx="5577840" cy="4846320"/>
          </a:xfrm>
          <a:prstGeom prst="roundRect">
            <a:avLst>
              <a:gd name="adj" fmla="val 10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43000"/>
            <a:ext cx="5577840" cy="502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234440"/>
            <a:ext cx="5577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1220"/>
                </a:solidFill>
                <a:latin typeface="Microsoft YaHei"/>
                <a:ea typeface="Microsoft YaHei"/>
              </a:rPr>
              <a:t>⏳  规划 / 技术债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874519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○  NAPI / native 边界发现与审计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○  装饰器 @State 数据流（ts-morph）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○  异步单任务补位（非批处理）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○  Semgrep / CodeQL 规则引擎接入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○  CVE / ohpm 依赖查询 custom tool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○  领域专家 subagent 扩展（crypto…）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○  审计轨迹 plugin 完善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</a:rPr>
              <a:t>○  更多 capability 语义闭合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2D3EE"/>
                </a:solidFill>
                <a:latin typeface="Microsoft YaHei"/>
                <a:ea typeface="Microsoft YaHei"/>
              </a:rPr>
              <a:t>核心结论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攻击路径驱动 · 状态机收敛 · 反证优先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10515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94A3B8"/>
                </a:solidFill>
                <a:latin typeface="Microsoft YaHei"/>
                <a:ea typeface="Microsoft YaHei"/>
              </a:rPr>
              <a:t>让 LLM 做它擅长的语义判断，把确定性事实交给 Atlas 与 Python 状态机。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91440" cy="914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520440"/>
            <a:ext cx="4754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2D3EE"/>
                </a:solidFill>
                <a:latin typeface="Microsoft YaHei"/>
                <a:ea typeface="Microsoft YaHei"/>
              </a:rPr>
              <a:t>编排与分析分离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4048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harmony-auditor 只调度，不写中间文件、不扫源码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38328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383280"/>
            <a:ext cx="91440" cy="914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520440"/>
            <a:ext cx="4754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2D3EE"/>
                </a:solidFill>
                <a:latin typeface="Microsoft YaHei"/>
                <a:ea typeface="Microsoft YaHei"/>
              </a:rPr>
              <a:t>稀疏攻击矩阵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84048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Entry×Sink×Pattern 由能力注册表路由，非笛卡尔积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3484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434840"/>
            <a:ext cx="91440" cy="914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72000"/>
            <a:ext cx="4754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2D3EE"/>
                </a:solidFill>
                <a:latin typeface="Microsoft YaHei"/>
                <a:ea typeface="Microsoft YaHei"/>
              </a:rPr>
              <a:t>六门槛闭环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9204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只有 confirmed 进主报告，其余分层可复核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43484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434840"/>
            <a:ext cx="91440" cy="914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572000"/>
            <a:ext cx="4754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2D3EE"/>
                </a:solidFill>
                <a:latin typeface="Microsoft YaHei"/>
                <a:ea typeface="Microsoft YaHei"/>
              </a:rPr>
              <a:t>可扩展模式卡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89204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新漏洞类型 = 模式卡 + capability 路由 + golden 样例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harmonySecAnalyzer-v3.1  ·  /audit full &lt;repo-path&gt;  ·  reports/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